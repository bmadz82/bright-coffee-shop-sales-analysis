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76" r:id="rId4"/>
  </p:sldMasterIdLst>
  <p:notesMasterIdLst>
    <p:notesMasterId r:id="rId13"/>
  </p:notesMasterIdLst>
  <p:sldIdLst>
    <p:sldId id="299" r:id="rId5"/>
    <p:sldId id="270" r:id="rId6"/>
    <p:sldId id="274" r:id="rId7"/>
    <p:sldId id="275" r:id="rId8"/>
    <p:sldId id="304" r:id="rId9"/>
    <p:sldId id="305" r:id="rId10"/>
    <p:sldId id="279" r:id="rId11"/>
    <p:sldId id="271"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598" autoAdjust="0"/>
  </p:normalViewPr>
  <p:slideViewPr>
    <p:cSldViewPr snapToGrid="0">
      <p:cViewPr>
        <p:scale>
          <a:sx n="82" d="100"/>
          <a:sy n="82" d="100"/>
        </p:scale>
        <p:origin x="816" y="588"/>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1" Type="http://schemas.openxmlformats.org/officeDocument/2006/relationships/image" Target="../media/image2.svg"/></Relationships>
</file>

<file path=ppt/diagrams/_rels/drawing1.xml.rels><?xml version="1.0" encoding="UTF-8" standalone="yes"?>
<Relationships xmlns="http://schemas.openxmlformats.org/package/2006/relationships"><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377594-069C-4794-8C7C-27DC782A3241}"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ZA"/>
        </a:p>
      </dgm:t>
    </dgm:pt>
    <dgm:pt modelId="{87027C42-8F5C-46EE-B554-01488CA03559}">
      <dgm:prSet/>
      <dgm:spPr>
        <a:solidFill>
          <a:schemeClr val="bg2">
            <a:lumMod val="50000"/>
          </a:schemeClr>
        </a:solidFill>
      </dgm:spPr>
      <dgm:t>
        <a:bodyPr/>
        <a:lstStyle/>
        <a:p>
          <a:r>
            <a:rPr lang="en-US" b="0" i="0" dirty="0"/>
            <a:t>The Bright  Coffee </a:t>
          </a:r>
          <a:br>
            <a:rPr lang="en-US" b="0" i="0" dirty="0"/>
          </a:br>
          <a:r>
            <a:rPr lang="en-US" b="0" i="0" dirty="0"/>
            <a:t>Shop</a:t>
          </a:r>
          <a:endParaRPr lang="en-ZA" dirty="0"/>
        </a:p>
      </dgm:t>
    </dgm:pt>
    <dgm:pt modelId="{32C64C19-E661-421F-845E-9F61F5C93F2B}" type="parTrans" cxnId="{75233428-3D4A-4ADE-9FD3-19F27C277157}">
      <dgm:prSet/>
      <dgm:spPr/>
      <dgm:t>
        <a:bodyPr/>
        <a:lstStyle/>
        <a:p>
          <a:endParaRPr lang="en-ZA"/>
        </a:p>
      </dgm:t>
    </dgm:pt>
    <dgm:pt modelId="{3B767745-76B0-4B12-8761-A6E0BB24B0AF}" type="sibTrans" cxnId="{75233428-3D4A-4ADE-9FD3-19F27C277157}">
      <dgm:prSet/>
      <dgm:spPr/>
      <dgm:t>
        <a:bodyPr/>
        <a:lstStyle/>
        <a:p>
          <a:endParaRPr lang="en-ZA"/>
        </a:p>
      </dgm:t>
    </dgm:pt>
    <dgm:pt modelId="{1FFCF63A-9313-476E-85E7-79474003DB18}" type="pres">
      <dgm:prSet presAssocID="{8F377594-069C-4794-8C7C-27DC782A3241}" presName="linearFlow" presStyleCnt="0">
        <dgm:presLayoutVars>
          <dgm:dir/>
          <dgm:resizeHandles val="exact"/>
        </dgm:presLayoutVars>
      </dgm:prSet>
      <dgm:spPr/>
    </dgm:pt>
    <dgm:pt modelId="{0C454C0E-89A1-4D02-B3B2-37CC23EB41D9}" type="pres">
      <dgm:prSet presAssocID="{87027C42-8F5C-46EE-B554-01488CA03559}" presName="composite" presStyleCnt="0"/>
      <dgm:spPr/>
    </dgm:pt>
    <dgm:pt modelId="{69DD7C3C-2259-4AFF-97E5-437A32FA50F0}" type="pres">
      <dgm:prSet presAssocID="{87027C42-8F5C-46EE-B554-01488CA03559}" presName="imgShp" presStyleLbl="fgImgPlace1" presStyleIdx="0" presStyleCnt="1"/>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Coffee outline"/>
        </a:ext>
      </dgm:extLst>
    </dgm:pt>
    <dgm:pt modelId="{2492ED2D-790F-4BBB-8AD5-08FDF79C06AF}" type="pres">
      <dgm:prSet presAssocID="{87027C42-8F5C-46EE-B554-01488CA03559}" presName="txShp" presStyleLbl="node1" presStyleIdx="0" presStyleCnt="1">
        <dgm:presLayoutVars>
          <dgm:bulletEnabled val="1"/>
        </dgm:presLayoutVars>
      </dgm:prSet>
      <dgm:spPr/>
    </dgm:pt>
  </dgm:ptLst>
  <dgm:cxnLst>
    <dgm:cxn modelId="{75233428-3D4A-4ADE-9FD3-19F27C277157}" srcId="{8F377594-069C-4794-8C7C-27DC782A3241}" destId="{87027C42-8F5C-46EE-B554-01488CA03559}" srcOrd="0" destOrd="0" parTransId="{32C64C19-E661-421F-845E-9F61F5C93F2B}" sibTransId="{3B767745-76B0-4B12-8761-A6E0BB24B0AF}"/>
    <dgm:cxn modelId="{A44EDB3B-0177-4F82-9411-A2500CC72F93}" type="presOf" srcId="{87027C42-8F5C-46EE-B554-01488CA03559}" destId="{2492ED2D-790F-4BBB-8AD5-08FDF79C06AF}" srcOrd="0" destOrd="0" presId="urn:microsoft.com/office/officeart/2005/8/layout/vList3"/>
    <dgm:cxn modelId="{7A046DD4-424C-4759-95E9-149A4288948F}" type="presOf" srcId="{8F377594-069C-4794-8C7C-27DC782A3241}" destId="{1FFCF63A-9313-476E-85E7-79474003DB18}" srcOrd="0" destOrd="0" presId="urn:microsoft.com/office/officeart/2005/8/layout/vList3"/>
    <dgm:cxn modelId="{102672DF-B90A-426C-AC1E-2AD86C468407}" type="presParOf" srcId="{1FFCF63A-9313-476E-85E7-79474003DB18}" destId="{0C454C0E-89A1-4D02-B3B2-37CC23EB41D9}" srcOrd="0" destOrd="0" presId="urn:microsoft.com/office/officeart/2005/8/layout/vList3"/>
    <dgm:cxn modelId="{22E57965-1A98-4FAE-85C0-8C07913CEA54}" type="presParOf" srcId="{0C454C0E-89A1-4D02-B3B2-37CC23EB41D9}" destId="{69DD7C3C-2259-4AFF-97E5-437A32FA50F0}" srcOrd="0" destOrd="0" presId="urn:microsoft.com/office/officeart/2005/8/layout/vList3"/>
    <dgm:cxn modelId="{81874222-9D7E-4F0E-B43C-B8A3562CDB71}" type="presParOf" srcId="{0C454C0E-89A1-4D02-B3B2-37CC23EB41D9}" destId="{2492ED2D-790F-4BBB-8AD5-08FDF79C06AF}"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1B1FC85-BC4B-4B6B-82A8-552D4B668171}" type="doc">
      <dgm:prSet loTypeId="urn:microsoft.com/office/officeart/2005/8/layout/cycle2" loCatId="cycle" qsTypeId="urn:microsoft.com/office/officeart/2005/8/quickstyle/simple1" qsCatId="simple" csTypeId="urn:microsoft.com/office/officeart/2005/8/colors/accent0_1" csCatId="mainScheme" phldr="1"/>
      <dgm:spPr/>
      <dgm:t>
        <a:bodyPr/>
        <a:lstStyle/>
        <a:p>
          <a:endParaRPr lang="en-ZA"/>
        </a:p>
      </dgm:t>
    </dgm:pt>
    <dgm:pt modelId="{A5179B62-B107-4FC3-863A-2B9194E97EF4}">
      <dgm:prSet/>
      <dgm:spPr/>
      <dgm:t>
        <a:bodyPr/>
        <a:lstStyle/>
        <a:p>
          <a:r>
            <a:rPr lang="en-US" dirty="0"/>
            <a:t>Accelerating Growth: </a:t>
          </a:r>
        </a:p>
        <a:p>
          <a:r>
            <a:rPr lang="en-US" dirty="0"/>
            <a:t>Sales Performance &amp; Strategic Insights</a:t>
          </a:r>
          <a:endParaRPr lang="en-ZA" dirty="0"/>
        </a:p>
      </dgm:t>
    </dgm:pt>
    <dgm:pt modelId="{1DBC116B-4B30-4A8C-BC6A-28312A4306DB}" type="parTrans" cxnId="{0C45FD76-8BCE-412E-979B-A6EAB175C924}">
      <dgm:prSet/>
      <dgm:spPr/>
      <dgm:t>
        <a:bodyPr/>
        <a:lstStyle/>
        <a:p>
          <a:endParaRPr lang="en-ZA"/>
        </a:p>
      </dgm:t>
    </dgm:pt>
    <dgm:pt modelId="{636C976A-61AD-4EC6-B529-280BFF84E323}" type="sibTrans" cxnId="{0C45FD76-8BCE-412E-979B-A6EAB175C924}">
      <dgm:prSet/>
      <dgm:spPr/>
      <dgm:t>
        <a:bodyPr/>
        <a:lstStyle/>
        <a:p>
          <a:endParaRPr lang="en-ZA"/>
        </a:p>
      </dgm:t>
    </dgm:pt>
    <dgm:pt modelId="{5F398A7F-EE96-4098-955F-DD0EAACB7F76}" type="pres">
      <dgm:prSet presAssocID="{61B1FC85-BC4B-4B6B-82A8-552D4B668171}" presName="cycle" presStyleCnt="0">
        <dgm:presLayoutVars>
          <dgm:dir/>
          <dgm:resizeHandles val="exact"/>
        </dgm:presLayoutVars>
      </dgm:prSet>
      <dgm:spPr/>
    </dgm:pt>
    <dgm:pt modelId="{2DF0A995-963E-40A4-AABD-710D57C11858}" type="pres">
      <dgm:prSet presAssocID="{A5179B62-B107-4FC3-863A-2B9194E97EF4}" presName="node" presStyleLbl="node1" presStyleIdx="0" presStyleCnt="1">
        <dgm:presLayoutVars>
          <dgm:bulletEnabled val="1"/>
        </dgm:presLayoutVars>
      </dgm:prSet>
      <dgm:spPr/>
    </dgm:pt>
  </dgm:ptLst>
  <dgm:cxnLst>
    <dgm:cxn modelId="{5460A852-6507-44B4-A50E-50B5376FA999}" type="presOf" srcId="{A5179B62-B107-4FC3-863A-2B9194E97EF4}" destId="{2DF0A995-963E-40A4-AABD-710D57C11858}" srcOrd="0" destOrd="0" presId="urn:microsoft.com/office/officeart/2005/8/layout/cycle2"/>
    <dgm:cxn modelId="{0C45FD76-8BCE-412E-979B-A6EAB175C924}" srcId="{61B1FC85-BC4B-4B6B-82A8-552D4B668171}" destId="{A5179B62-B107-4FC3-863A-2B9194E97EF4}" srcOrd="0" destOrd="0" parTransId="{1DBC116B-4B30-4A8C-BC6A-28312A4306DB}" sibTransId="{636C976A-61AD-4EC6-B529-280BFF84E323}"/>
    <dgm:cxn modelId="{D7E9E4FD-59B4-4C37-A956-FDCE0A1B065D}" type="presOf" srcId="{61B1FC85-BC4B-4B6B-82A8-552D4B668171}" destId="{5F398A7F-EE96-4098-955F-DD0EAACB7F76}" srcOrd="0" destOrd="0" presId="urn:microsoft.com/office/officeart/2005/8/layout/cycle2"/>
    <dgm:cxn modelId="{EEA12FE3-0A0C-4D60-9E49-B33A84827C7D}" type="presParOf" srcId="{5F398A7F-EE96-4098-955F-DD0EAACB7F76}" destId="{2DF0A995-963E-40A4-AABD-710D57C11858}" srcOrd="0" destOrd="0" presId="urn:microsoft.com/office/officeart/2005/8/layout/cycle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CFE3629-50C9-4D9B-BD75-9411D9925048}"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ZA"/>
        </a:p>
      </dgm:t>
    </dgm:pt>
    <dgm:pt modelId="{21935408-B44D-439D-B274-21E0995ADF0C}">
      <dgm:prSet/>
      <dgm:spPr/>
      <dgm:t>
        <a:bodyPr/>
        <a:lstStyle/>
        <a:p>
          <a:r>
            <a:rPr lang="en-US"/>
            <a:t>By Belinda N Madzhie </a:t>
          </a:r>
          <a:endParaRPr lang="en-ZA"/>
        </a:p>
      </dgm:t>
    </dgm:pt>
    <dgm:pt modelId="{C00DEB94-8A58-4287-9128-6A55263F32A6}" type="parTrans" cxnId="{A003C0A5-74DC-4ADF-AAFE-80BE60832435}">
      <dgm:prSet/>
      <dgm:spPr/>
      <dgm:t>
        <a:bodyPr/>
        <a:lstStyle/>
        <a:p>
          <a:endParaRPr lang="en-ZA"/>
        </a:p>
      </dgm:t>
    </dgm:pt>
    <dgm:pt modelId="{3F907060-E9A1-4FE3-82ED-09E450EE6F31}" type="sibTrans" cxnId="{A003C0A5-74DC-4ADF-AAFE-80BE60832435}">
      <dgm:prSet/>
      <dgm:spPr/>
      <dgm:t>
        <a:bodyPr/>
        <a:lstStyle/>
        <a:p>
          <a:endParaRPr lang="en-ZA"/>
        </a:p>
      </dgm:t>
    </dgm:pt>
    <dgm:pt modelId="{43CAF83A-88A2-44C1-BD22-275F15860509}" type="pres">
      <dgm:prSet presAssocID="{4CFE3629-50C9-4D9B-BD75-9411D9925048}" presName="Name0" presStyleCnt="0">
        <dgm:presLayoutVars>
          <dgm:chMax val="7"/>
          <dgm:dir/>
          <dgm:animLvl val="lvl"/>
          <dgm:resizeHandles val="exact"/>
        </dgm:presLayoutVars>
      </dgm:prSet>
      <dgm:spPr/>
    </dgm:pt>
    <dgm:pt modelId="{0B890FDF-02E0-44AD-9B7C-23C6E22646A9}" type="pres">
      <dgm:prSet presAssocID="{21935408-B44D-439D-B274-21E0995ADF0C}" presName="circle1" presStyleLbl="node1" presStyleIdx="0" presStyleCnt="1"/>
      <dgm:spPr/>
    </dgm:pt>
    <dgm:pt modelId="{14B4C602-D9E2-4D3B-9630-A3C419E6E1AB}" type="pres">
      <dgm:prSet presAssocID="{21935408-B44D-439D-B274-21E0995ADF0C}" presName="space" presStyleCnt="0"/>
      <dgm:spPr/>
    </dgm:pt>
    <dgm:pt modelId="{35E9A5E8-BF09-470B-89F6-9059BF57C24B}" type="pres">
      <dgm:prSet presAssocID="{21935408-B44D-439D-B274-21E0995ADF0C}" presName="rect1" presStyleLbl="alignAcc1" presStyleIdx="0" presStyleCnt="1"/>
      <dgm:spPr/>
    </dgm:pt>
    <dgm:pt modelId="{683C9425-F5FE-4B0C-8397-8830EEF0D279}" type="pres">
      <dgm:prSet presAssocID="{21935408-B44D-439D-B274-21E0995ADF0C}" presName="rect1ParTxNoCh" presStyleLbl="alignAcc1" presStyleIdx="0" presStyleCnt="1">
        <dgm:presLayoutVars>
          <dgm:chMax val="1"/>
          <dgm:bulletEnabled val="1"/>
        </dgm:presLayoutVars>
      </dgm:prSet>
      <dgm:spPr/>
    </dgm:pt>
  </dgm:ptLst>
  <dgm:cxnLst>
    <dgm:cxn modelId="{470C9700-E409-4ABB-AF04-F841075A6D5F}" type="presOf" srcId="{21935408-B44D-439D-B274-21E0995ADF0C}" destId="{683C9425-F5FE-4B0C-8397-8830EEF0D279}" srcOrd="1" destOrd="0" presId="urn:microsoft.com/office/officeart/2005/8/layout/target3"/>
    <dgm:cxn modelId="{4826E764-1C19-4720-878C-4C67F3224C90}" type="presOf" srcId="{21935408-B44D-439D-B274-21E0995ADF0C}" destId="{35E9A5E8-BF09-470B-89F6-9059BF57C24B}" srcOrd="0" destOrd="0" presId="urn:microsoft.com/office/officeart/2005/8/layout/target3"/>
    <dgm:cxn modelId="{87F2C38F-18C0-4A3C-86AE-66183A3E80F5}" type="presOf" srcId="{4CFE3629-50C9-4D9B-BD75-9411D9925048}" destId="{43CAF83A-88A2-44C1-BD22-275F15860509}" srcOrd="0" destOrd="0" presId="urn:microsoft.com/office/officeart/2005/8/layout/target3"/>
    <dgm:cxn modelId="{A003C0A5-74DC-4ADF-AAFE-80BE60832435}" srcId="{4CFE3629-50C9-4D9B-BD75-9411D9925048}" destId="{21935408-B44D-439D-B274-21E0995ADF0C}" srcOrd="0" destOrd="0" parTransId="{C00DEB94-8A58-4287-9128-6A55263F32A6}" sibTransId="{3F907060-E9A1-4FE3-82ED-09E450EE6F31}"/>
    <dgm:cxn modelId="{FFEB7089-5A75-43B2-AF94-87023C0D3F86}" type="presParOf" srcId="{43CAF83A-88A2-44C1-BD22-275F15860509}" destId="{0B890FDF-02E0-44AD-9B7C-23C6E22646A9}" srcOrd="0" destOrd="0" presId="urn:microsoft.com/office/officeart/2005/8/layout/target3"/>
    <dgm:cxn modelId="{9F35716F-3319-4F4C-8A01-FFB7ACEBF4D4}" type="presParOf" srcId="{43CAF83A-88A2-44C1-BD22-275F15860509}" destId="{14B4C602-D9E2-4D3B-9630-A3C419E6E1AB}" srcOrd="1" destOrd="0" presId="urn:microsoft.com/office/officeart/2005/8/layout/target3"/>
    <dgm:cxn modelId="{0B8DAA99-AFD8-498E-B9A8-87E148820CD1}" type="presParOf" srcId="{43CAF83A-88A2-44C1-BD22-275F15860509}" destId="{35E9A5E8-BF09-470B-89F6-9059BF57C24B}" srcOrd="2" destOrd="0" presId="urn:microsoft.com/office/officeart/2005/8/layout/target3"/>
    <dgm:cxn modelId="{A13330F2-7F1A-463A-B16B-EE3D32D6D72F}" type="presParOf" srcId="{43CAF83A-88A2-44C1-BD22-275F15860509}" destId="{683C9425-F5FE-4B0C-8397-8830EEF0D279}" srcOrd="3" destOrd="0" presId="urn:microsoft.com/office/officeart/2005/8/layout/target3"/>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B6CA9A6-0F52-4CBB-A849-E66C6A87DAF4}" type="doc">
      <dgm:prSet loTypeId="urn:microsoft.com/office/officeart/2005/8/layout/pyramid2" loCatId="pyramid" qsTypeId="urn:microsoft.com/office/officeart/2005/8/quickstyle/simple3" qsCatId="simple" csTypeId="urn:microsoft.com/office/officeart/2005/8/colors/colorful5" csCatId="colorful" phldr="1"/>
      <dgm:spPr/>
      <dgm:t>
        <a:bodyPr/>
        <a:lstStyle/>
        <a:p>
          <a:endParaRPr lang="en-ZA"/>
        </a:p>
      </dgm:t>
    </dgm:pt>
    <dgm:pt modelId="{3992DAB0-23B9-4FEC-B6CF-F173E0F2BFDD}">
      <dgm:prSet/>
      <dgm:spPr>
        <a:solidFill>
          <a:schemeClr val="bg2">
            <a:lumMod val="75000"/>
            <a:alpha val="90000"/>
          </a:schemeClr>
        </a:solidFill>
      </dgm:spPr>
      <dgm:t>
        <a:bodyPr/>
        <a:lstStyle/>
        <a:p>
          <a:r>
            <a:rPr lang="en-US" dirty="0"/>
            <a:t>Analyzing  Jan 2023 sales volume to maximize our competitive advantage</a:t>
          </a:r>
          <a:endParaRPr lang="en-ZA" dirty="0"/>
        </a:p>
      </dgm:t>
    </dgm:pt>
    <dgm:pt modelId="{9051EF9C-F48A-493D-BB41-A046B4A61AE1}" type="parTrans" cxnId="{F09094A1-1692-4790-9AF4-BBC4A597D1FE}">
      <dgm:prSet/>
      <dgm:spPr/>
      <dgm:t>
        <a:bodyPr/>
        <a:lstStyle/>
        <a:p>
          <a:endParaRPr lang="en-ZA"/>
        </a:p>
      </dgm:t>
    </dgm:pt>
    <dgm:pt modelId="{F1B75017-EA11-408A-B93A-ACCE0E0EDA92}" type="sibTrans" cxnId="{F09094A1-1692-4790-9AF4-BBC4A597D1FE}">
      <dgm:prSet/>
      <dgm:spPr/>
      <dgm:t>
        <a:bodyPr/>
        <a:lstStyle/>
        <a:p>
          <a:endParaRPr lang="en-ZA"/>
        </a:p>
      </dgm:t>
    </dgm:pt>
    <dgm:pt modelId="{F4925999-AEBD-40CF-AA48-307FA49E37E4}">
      <dgm:prSet/>
      <dgm:spPr>
        <a:solidFill>
          <a:schemeClr val="bg2">
            <a:lumMod val="75000"/>
            <a:alpha val="90000"/>
          </a:schemeClr>
        </a:solidFill>
      </dgm:spPr>
      <dgm:t>
        <a:bodyPr/>
        <a:lstStyle/>
        <a:p>
          <a:r>
            <a:rPr lang="en-US" dirty="0"/>
            <a:t>What you see in this report isn't just a list of transactions—it’s our roadmap for the rest of the year. We’ve analyzed every single deal in this dataset to find out exactly what’s working, so we can double down on our biggest wins</a:t>
          </a:r>
          <a:endParaRPr lang="en-ZA" dirty="0"/>
        </a:p>
      </dgm:t>
    </dgm:pt>
    <dgm:pt modelId="{AE0F4463-98D3-4BAB-BB91-C6F9CB093395}" type="parTrans" cxnId="{942A1674-14E9-42C7-9219-332039829195}">
      <dgm:prSet/>
      <dgm:spPr/>
      <dgm:t>
        <a:bodyPr/>
        <a:lstStyle/>
        <a:p>
          <a:endParaRPr lang="en-ZA"/>
        </a:p>
      </dgm:t>
    </dgm:pt>
    <dgm:pt modelId="{9E544A2F-AAFC-4248-9600-035DB7F2C180}" type="sibTrans" cxnId="{942A1674-14E9-42C7-9219-332039829195}">
      <dgm:prSet/>
      <dgm:spPr/>
      <dgm:t>
        <a:bodyPr/>
        <a:lstStyle/>
        <a:p>
          <a:endParaRPr lang="en-ZA"/>
        </a:p>
      </dgm:t>
    </dgm:pt>
    <dgm:pt modelId="{36239B05-CE10-4B14-821C-FFBF9D9A66F9}" type="pres">
      <dgm:prSet presAssocID="{8B6CA9A6-0F52-4CBB-A849-E66C6A87DAF4}" presName="compositeShape" presStyleCnt="0">
        <dgm:presLayoutVars>
          <dgm:dir/>
          <dgm:resizeHandles/>
        </dgm:presLayoutVars>
      </dgm:prSet>
      <dgm:spPr/>
    </dgm:pt>
    <dgm:pt modelId="{4F530340-8CE5-444D-AC55-1B3F87322447}" type="pres">
      <dgm:prSet presAssocID="{8B6CA9A6-0F52-4CBB-A849-E66C6A87DAF4}" presName="pyramid" presStyleLbl="node1" presStyleIdx="0" presStyleCnt="1" custLinFactNeighborX="1671" custLinFactNeighborY="2289"/>
      <dgm:spPr/>
    </dgm:pt>
    <dgm:pt modelId="{DADCE5AE-3DD1-4205-84C2-BA1CAFF17D51}" type="pres">
      <dgm:prSet presAssocID="{8B6CA9A6-0F52-4CBB-A849-E66C6A87DAF4}" presName="theList" presStyleCnt="0"/>
      <dgm:spPr/>
    </dgm:pt>
    <dgm:pt modelId="{5B7860FB-8D16-4CB9-880A-C0DBDBDF13B3}" type="pres">
      <dgm:prSet presAssocID="{3992DAB0-23B9-4FEC-B6CF-F173E0F2BFDD}" presName="aNode" presStyleLbl="fgAcc1" presStyleIdx="0" presStyleCnt="2" custScaleX="106079" custScaleY="125629" custLinFactY="-14645" custLinFactNeighborX="12672" custLinFactNeighborY="-100000">
        <dgm:presLayoutVars>
          <dgm:bulletEnabled val="1"/>
        </dgm:presLayoutVars>
      </dgm:prSet>
      <dgm:spPr/>
    </dgm:pt>
    <dgm:pt modelId="{18DB73AE-2DED-40D1-9D4F-E5C9760DAF28}" type="pres">
      <dgm:prSet presAssocID="{3992DAB0-23B9-4FEC-B6CF-F173E0F2BFDD}" presName="aSpace" presStyleCnt="0"/>
      <dgm:spPr/>
    </dgm:pt>
    <dgm:pt modelId="{C4B3796D-B249-4EA0-8742-EEDD9F4DC87D}" type="pres">
      <dgm:prSet presAssocID="{F4925999-AEBD-40CF-AA48-307FA49E37E4}" presName="aNode" presStyleLbl="fgAcc1" presStyleIdx="1" presStyleCnt="2" custScaleX="101546" custScaleY="144459">
        <dgm:presLayoutVars>
          <dgm:bulletEnabled val="1"/>
        </dgm:presLayoutVars>
      </dgm:prSet>
      <dgm:spPr/>
    </dgm:pt>
    <dgm:pt modelId="{E041A51B-DA5E-4E27-B02D-FE8741A6F627}" type="pres">
      <dgm:prSet presAssocID="{F4925999-AEBD-40CF-AA48-307FA49E37E4}" presName="aSpace" presStyleCnt="0"/>
      <dgm:spPr/>
    </dgm:pt>
  </dgm:ptLst>
  <dgm:cxnLst>
    <dgm:cxn modelId="{62B7B144-2FAB-4B8E-9CCB-85F73D936565}" type="presOf" srcId="{3992DAB0-23B9-4FEC-B6CF-F173E0F2BFDD}" destId="{5B7860FB-8D16-4CB9-880A-C0DBDBDF13B3}" srcOrd="0" destOrd="0" presId="urn:microsoft.com/office/officeart/2005/8/layout/pyramid2"/>
    <dgm:cxn modelId="{942A1674-14E9-42C7-9219-332039829195}" srcId="{8B6CA9A6-0F52-4CBB-A849-E66C6A87DAF4}" destId="{F4925999-AEBD-40CF-AA48-307FA49E37E4}" srcOrd="1" destOrd="0" parTransId="{AE0F4463-98D3-4BAB-BB91-C6F9CB093395}" sibTransId="{9E544A2F-AAFC-4248-9600-035DB7F2C180}"/>
    <dgm:cxn modelId="{F09094A1-1692-4790-9AF4-BBC4A597D1FE}" srcId="{8B6CA9A6-0F52-4CBB-A849-E66C6A87DAF4}" destId="{3992DAB0-23B9-4FEC-B6CF-F173E0F2BFDD}" srcOrd="0" destOrd="0" parTransId="{9051EF9C-F48A-493D-BB41-A046B4A61AE1}" sibTransId="{F1B75017-EA11-408A-B93A-ACCE0E0EDA92}"/>
    <dgm:cxn modelId="{16EDB2EE-421C-4EFE-A474-E718A7A37036}" type="presOf" srcId="{8B6CA9A6-0F52-4CBB-A849-E66C6A87DAF4}" destId="{36239B05-CE10-4B14-821C-FFBF9D9A66F9}" srcOrd="0" destOrd="0" presId="urn:microsoft.com/office/officeart/2005/8/layout/pyramid2"/>
    <dgm:cxn modelId="{258EBAFF-867F-4958-94D8-738F57A2A0AD}" type="presOf" srcId="{F4925999-AEBD-40CF-AA48-307FA49E37E4}" destId="{C4B3796D-B249-4EA0-8742-EEDD9F4DC87D}" srcOrd="0" destOrd="0" presId="urn:microsoft.com/office/officeart/2005/8/layout/pyramid2"/>
    <dgm:cxn modelId="{05ED4D86-33F6-4693-865E-93D8417FB2EA}" type="presParOf" srcId="{36239B05-CE10-4B14-821C-FFBF9D9A66F9}" destId="{4F530340-8CE5-444D-AC55-1B3F87322447}" srcOrd="0" destOrd="0" presId="urn:microsoft.com/office/officeart/2005/8/layout/pyramid2"/>
    <dgm:cxn modelId="{CC3594ED-42D3-43F6-90AC-AFC2E6638931}" type="presParOf" srcId="{36239B05-CE10-4B14-821C-FFBF9D9A66F9}" destId="{DADCE5AE-3DD1-4205-84C2-BA1CAFF17D51}" srcOrd="1" destOrd="0" presId="urn:microsoft.com/office/officeart/2005/8/layout/pyramid2"/>
    <dgm:cxn modelId="{036C2B85-1603-4E72-BB1A-CB1EECBC2D23}" type="presParOf" srcId="{DADCE5AE-3DD1-4205-84C2-BA1CAFF17D51}" destId="{5B7860FB-8D16-4CB9-880A-C0DBDBDF13B3}" srcOrd="0" destOrd="0" presId="urn:microsoft.com/office/officeart/2005/8/layout/pyramid2"/>
    <dgm:cxn modelId="{32D6B066-00BD-48D4-947F-0B96376B1239}" type="presParOf" srcId="{DADCE5AE-3DD1-4205-84C2-BA1CAFF17D51}" destId="{18DB73AE-2DED-40D1-9D4F-E5C9760DAF28}" srcOrd="1" destOrd="0" presId="urn:microsoft.com/office/officeart/2005/8/layout/pyramid2"/>
    <dgm:cxn modelId="{034F1041-DFC3-46DC-91EE-B54126268FE7}" type="presParOf" srcId="{DADCE5AE-3DD1-4205-84C2-BA1CAFF17D51}" destId="{C4B3796D-B249-4EA0-8742-EEDD9F4DC87D}" srcOrd="2" destOrd="0" presId="urn:microsoft.com/office/officeart/2005/8/layout/pyramid2"/>
    <dgm:cxn modelId="{757C42CC-5A72-4E8E-B558-4294922E40E6}" type="presParOf" srcId="{DADCE5AE-3DD1-4205-84C2-BA1CAFF17D51}" destId="{E041A51B-DA5E-4E27-B02D-FE8741A6F627}" srcOrd="3"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A001C17-BA31-4BBA-8498-C6EE8D0C7D95}" type="doc">
      <dgm:prSet loTypeId="urn:microsoft.com/office/officeart/2005/8/layout/target3" loCatId="relationship" qsTypeId="urn:microsoft.com/office/officeart/2005/8/quickstyle/3d5" qsCatId="3D" csTypeId="urn:microsoft.com/office/officeart/2005/8/colors/accent1_2" csCatId="accent1" phldr="1"/>
      <dgm:spPr/>
      <dgm:t>
        <a:bodyPr/>
        <a:lstStyle/>
        <a:p>
          <a:endParaRPr lang="en-ZA"/>
        </a:p>
      </dgm:t>
    </dgm:pt>
    <dgm:pt modelId="{2EAB0703-62DD-4A63-BED3-236FE117956D}">
      <dgm:prSet/>
      <dgm:spPr>
        <a:solidFill>
          <a:schemeClr val="bg2">
            <a:lumMod val="75000"/>
            <a:alpha val="90000"/>
          </a:schemeClr>
        </a:solidFill>
      </dgm:spPr>
      <dgm:t>
        <a:bodyPr/>
        <a:lstStyle/>
        <a:p>
          <a:r>
            <a:rPr lang="en-US" dirty="0"/>
            <a:t>Full coffee sales performance story</a:t>
          </a:r>
          <a:endParaRPr lang="en-ZA" dirty="0"/>
        </a:p>
      </dgm:t>
    </dgm:pt>
    <dgm:pt modelId="{02EA7005-EF24-4E5E-96C1-B533E5031F97}" type="parTrans" cxnId="{ECE81E86-7D60-4AE9-BB06-87B98ED63C16}">
      <dgm:prSet/>
      <dgm:spPr/>
      <dgm:t>
        <a:bodyPr/>
        <a:lstStyle/>
        <a:p>
          <a:endParaRPr lang="en-ZA"/>
        </a:p>
      </dgm:t>
    </dgm:pt>
    <dgm:pt modelId="{31A582F2-884A-4C3D-995A-5F29FA163109}" type="sibTrans" cxnId="{ECE81E86-7D60-4AE9-BB06-87B98ED63C16}">
      <dgm:prSet/>
      <dgm:spPr/>
      <dgm:t>
        <a:bodyPr/>
        <a:lstStyle/>
        <a:p>
          <a:endParaRPr lang="en-ZA"/>
        </a:p>
      </dgm:t>
    </dgm:pt>
    <dgm:pt modelId="{A89AF736-3823-4807-A2E3-3A22AA208E35}" type="pres">
      <dgm:prSet presAssocID="{BA001C17-BA31-4BBA-8498-C6EE8D0C7D95}" presName="Name0" presStyleCnt="0">
        <dgm:presLayoutVars>
          <dgm:chMax val="7"/>
          <dgm:dir/>
          <dgm:animLvl val="lvl"/>
          <dgm:resizeHandles val="exact"/>
        </dgm:presLayoutVars>
      </dgm:prSet>
      <dgm:spPr/>
    </dgm:pt>
    <dgm:pt modelId="{51BCE77C-04A4-448E-8D93-B0278741935D}" type="pres">
      <dgm:prSet presAssocID="{2EAB0703-62DD-4A63-BED3-236FE117956D}" presName="circle1" presStyleLbl="node1" presStyleIdx="0" presStyleCnt="1"/>
      <dgm:spPr/>
    </dgm:pt>
    <dgm:pt modelId="{172FBEB4-728B-4F2C-AB9F-49F367FB7686}" type="pres">
      <dgm:prSet presAssocID="{2EAB0703-62DD-4A63-BED3-236FE117956D}" presName="space" presStyleCnt="0"/>
      <dgm:spPr/>
    </dgm:pt>
    <dgm:pt modelId="{44D8AFFC-0DA8-4B67-AF7B-ED2926C14ADF}" type="pres">
      <dgm:prSet presAssocID="{2EAB0703-62DD-4A63-BED3-236FE117956D}" presName="rect1" presStyleLbl="alignAcc1" presStyleIdx="0" presStyleCnt="1"/>
      <dgm:spPr/>
    </dgm:pt>
    <dgm:pt modelId="{A75BBF3B-C7B1-4AAD-871A-0A7652E625B4}" type="pres">
      <dgm:prSet presAssocID="{2EAB0703-62DD-4A63-BED3-236FE117956D}" presName="rect1ParTxNoCh" presStyleLbl="alignAcc1" presStyleIdx="0" presStyleCnt="1">
        <dgm:presLayoutVars>
          <dgm:chMax val="1"/>
          <dgm:bulletEnabled val="1"/>
        </dgm:presLayoutVars>
      </dgm:prSet>
      <dgm:spPr/>
    </dgm:pt>
  </dgm:ptLst>
  <dgm:cxnLst>
    <dgm:cxn modelId="{67F9CF7C-6416-4716-8EAB-83F4AFEC183B}" type="presOf" srcId="{2EAB0703-62DD-4A63-BED3-236FE117956D}" destId="{A75BBF3B-C7B1-4AAD-871A-0A7652E625B4}" srcOrd="1" destOrd="0" presId="urn:microsoft.com/office/officeart/2005/8/layout/target3"/>
    <dgm:cxn modelId="{ECE81E86-7D60-4AE9-BB06-87B98ED63C16}" srcId="{BA001C17-BA31-4BBA-8498-C6EE8D0C7D95}" destId="{2EAB0703-62DD-4A63-BED3-236FE117956D}" srcOrd="0" destOrd="0" parTransId="{02EA7005-EF24-4E5E-96C1-B533E5031F97}" sibTransId="{31A582F2-884A-4C3D-995A-5F29FA163109}"/>
    <dgm:cxn modelId="{08DD519E-E20C-4E05-A8F0-D8229B3CE404}" type="presOf" srcId="{BA001C17-BA31-4BBA-8498-C6EE8D0C7D95}" destId="{A89AF736-3823-4807-A2E3-3A22AA208E35}" srcOrd="0" destOrd="0" presId="urn:microsoft.com/office/officeart/2005/8/layout/target3"/>
    <dgm:cxn modelId="{3B0244BF-632B-48BD-A18E-4B13D7A66616}" type="presOf" srcId="{2EAB0703-62DD-4A63-BED3-236FE117956D}" destId="{44D8AFFC-0DA8-4B67-AF7B-ED2926C14ADF}" srcOrd="0" destOrd="0" presId="urn:microsoft.com/office/officeart/2005/8/layout/target3"/>
    <dgm:cxn modelId="{1A13D130-D7A1-406D-B8FF-5F09D3146668}" type="presParOf" srcId="{A89AF736-3823-4807-A2E3-3A22AA208E35}" destId="{51BCE77C-04A4-448E-8D93-B0278741935D}" srcOrd="0" destOrd="0" presId="urn:microsoft.com/office/officeart/2005/8/layout/target3"/>
    <dgm:cxn modelId="{C6592559-4FB0-4B49-B221-F123A2FBB559}" type="presParOf" srcId="{A89AF736-3823-4807-A2E3-3A22AA208E35}" destId="{172FBEB4-728B-4F2C-AB9F-49F367FB7686}" srcOrd="1" destOrd="0" presId="urn:microsoft.com/office/officeart/2005/8/layout/target3"/>
    <dgm:cxn modelId="{FF824D4E-15DA-4F95-B4B4-6A770134D47D}" type="presParOf" srcId="{A89AF736-3823-4807-A2E3-3A22AA208E35}" destId="{44D8AFFC-0DA8-4B67-AF7B-ED2926C14ADF}" srcOrd="2" destOrd="0" presId="urn:microsoft.com/office/officeart/2005/8/layout/target3"/>
    <dgm:cxn modelId="{BB434638-8A63-42DD-B092-AF7E4C3908CE}" type="presParOf" srcId="{A89AF736-3823-4807-A2E3-3A22AA208E35}" destId="{A75BBF3B-C7B1-4AAD-871A-0A7652E625B4}"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A9B9B13-0263-4A39-A9BF-AB3BE085EA44}"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ZA"/>
        </a:p>
      </dgm:t>
    </dgm:pt>
    <dgm:pt modelId="{AD119F84-DB8D-4CF1-8F34-723D2E53EE47}">
      <dgm:prSet/>
      <dgm:spPr>
        <a:solidFill>
          <a:schemeClr val="bg2">
            <a:lumMod val="50000"/>
          </a:schemeClr>
        </a:solidFill>
      </dgm:spPr>
      <dgm:t>
        <a:bodyPr/>
        <a:lstStyle/>
        <a:p>
          <a:r>
            <a:rPr lang="en-US" dirty="0"/>
            <a:t>I will be presenting an overview of our coffee sales performance. The analysis focuses on key areas, including</a:t>
          </a:r>
          <a:endParaRPr lang="en-ZA" dirty="0"/>
        </a:p>
      </dgm:t>
    </dgm:pt>
    <dgm:pt modelId="{6B34BE67-406F-4775-BF3C-D4DD552DDA01}" type="parTrans" cxnId="{07783731-88C3-4AC6-B241-EB7F0E4674CB}">
      <dgm:prSet/>
      <dgm:spPr/>
      <dgm:t>
        <a:bodyPr/>
        <a:lstStyle/>
        <a:p>
          <a:endParaRPr lang="en-ZA"/>
        </a:p>
      </dgm:t>
    </dgm:pt>
    <dgm:pt modelId="{53F35069-7DD9-4BC9-A663-2B6480A460D4}" type="sibTrans" cxnId="{07783731-88C3-4AC6-B241-EB7F0E4674CB}">
      <dgm:prSet/>
      <dgm:spPr/>
      <dgm:t>
        <a:bodyPr/>
        <a:lstStyle/>
        <a:p>
          <a:endParaRPr lang="en-ZA"/>
        </a:p>
      </dgm:t>
    </dgm:pt>
    <dgm:pt modelId="{5B1F820D-44B0-4A8C-A39F-4B656A4AA2BC}">
      <dgm:prSet/>
      <dgm:spPr>
        <a:solidFill>
          <a:schemeClr val="bg2">
            <a:lumMod val="75000"/>
          </a:schemeClr>
        </a:solidFill>
      </dgm:spPr>
      <dgm:t>
        <a:bodyPr/>
        <a:lstStyle/>
        <a:p>
          <a:r>
            <a:rPr lang="en-US" dirty="0"/>
            <a:t>product performance, sales trends, peak business hours, store performance, and overall KPIs to identify opportunities for growth and operational improvement</a:t>
          </a:r>
          <a:endParaRPr lang="en-ZA" dirty="0"/>
        </a:p>
      </dgm:t>
    </dgm:pt>
    <dgm:pt modelId="{399727C4-E119-4A9A-AF21-79F55E311D69}" type="parTrans" cxnId="{1ABEF492-3C66-457B-91B9-E7C2A3A7FC9F}">
      <dgm:prSet/>
      <dgm:spPr/>
      <dgm:t>
        <a:bodyPr/>
        <a:lstStyle/>
        <a:p>
          <a:endParaRPr lang="en-ZA"/>
        </a:p>
      </dgm:t>
    </dgm:pt>
    <dgm:pt modelId="{0CBFC515-19FB-4F51-99D0-24C5A6156CC6}" type="sibTrans" cxnId="{1ABEF492-3C66-457B-91B9-E7C2A3A7FC9F}">
      <dgm:prSet/>
      <dgm:spPr/>
      <dgm:t>
        <a:bodyPr/>
        <a:lstStyle/>
        <a:p>
          <a:endParaRPr lang="en-ZA"/>
        </a:p>
      </dgm:t>
    </dgm:pt>
    <dgm:pt modelId="{47B7A1CE-5A72-43C3-8E82-152CA8427099}" type="pres">
      <dgm:prSet presAssocID="{4A9B9B13-0263-4A39-A9BF-AB3BE085EA44}" presName="cycle" presStyleCnt="0">
        <dgm:presLayoutVars>
          <dgm:dir/>
          <dgm:resizeHandles val="exact"/>
        </dgm:presLayoutVars>
      </dgm:prSet>
      <dgm:spPr/>
    </dgm:pt>
    <dgm:pt modelId="{99AB1D2E-206A-449D-941D-C70C662C4E27}" type="pres">
      <dgm:prSet presAssocID="{AD119F84-DB8D-4CF1-8F34-723D2E53EE47}" presName="node" presStyleLbl="node1" presStyleIdx="0" presStyleCnt="2">
        <dgm:presLayoutVars>
          <dgm:bulletEnabled val="1"/>
        </dgm:presLayoutVars>
      </dgm:prSet>
      <dgm:spPr/>
    </dgm:pt>
    <dgm:pt modelId="{89E50B89-3875-4B90-98CC-CC3269056B34}" type="pres">
      <dgm:prSet presAssocID="{53F35069-7DD9-4BC9-A663-2B6480A460D4}" presName="sibTrans" presStyleLbl="sibTrans2D1" presStyleIdx="0" presStyleCnt="2"/>
      <dgm:spPr/>
    </dgm:pt>
    <dgm:pt modelId="{6452A3B2-4F14-4737-B91F-70D97C5DC8A7}" type="pres">
      <dgm:prSet presAssocID="{53F35069-7DD9-4BC9-A663-2B6480A460D4}" presName="connectorText" presStyleLbl="sibTrans2D1" presStyleIdx="0" presStyleCnt="2"/>
      <dgm:spPr/>
    </dgm:pt>
    <dgm:pt modelId="{EE65D308-BC86-403D-8352-C273BFF0A3F0}" type="pres">
      <dgm:prSet presAssocID="{5B1F820D-44B0-4A8C-A39F-4B656A4AA2BC}" presName="node" presStyleLbl="node1" presStyleIdx="1" presStyleCnt="2">
        <dgm:presLayoutVars>
          <dgm:bulletEnabled val="1"/>
        </dgm:presLayoutVars>
      </dgm:prSet>
      <dgm:spPr/>
    </dgm:pt>
    <dgm:pt modelId="{50AEAE12-5E54-42BB-89ED-4E3A3F48A75D}" type="pres">
      <dgm:prSet presAssocID="{0CBFC515-19FB-4F51-99D0-24C5A6156CC6}" presName="sibTrans" presStyleLbl="sibTrans2D1" presStyleIdx="1" presStyleCnt="2"/>
      <dgm:spPr/>
    </dgm:pt>
    <dgm:pt modelId="{74E9AAD4-DE47-4911-94B2-F1DC9396E928}" type="pres">
      <dgm:prSet presAssocID="{0CBFC515-19FB-4F51-99D0-24C5A6156CC6}" presName="connectorText" presStyleLbl="sibTrans2D1" presStyleIdx="1" presStyleCnt="2"/>
      <dgm:spPr/>
    </dgm:pt>
  </dgm:ptLst>
  <dgm:cxnLst>
    <dgm:cxn modelId="{EC62B804-7C2D-49D6-A2EE-268419BF7B68}" type="presOf" srcId="{5B1F820D-44B0-4A8C-A39F-4B656A4AA2BC}" destId="{EE65D308-BC86-403D-8352-C273BFF0A3F0}" srcOrd="0" destOrd="0" presId="urn:microsoft.com/office/officeart/2005/8/layout/cycle2"/>
    <dgm:cxn modelId="{DDA53310-6166-4987-8948-62DCCE745687}" type="presOf" srcId="{53F35069-7DD9-4BC9-A663-2B6480A460D4}" destId="{6452A3B2-4F14-4737-B91F-70D97C5DC8A7}" srcOrd="1" destOrd="0" presId="urn:microsoft.com/office/officeart/2005/8/layout/cycle2"/>
    <dgm:cxn modelId="{4C417019-E12F-453A-AE1F-3A6B00A9553A}" type="presOf" srcId="{AD119F84-DB8D-4CF1-8F34-723D2E53EE47}" destId="{99AB1D2E-206A-449D-941D-C70C662C4E27}" srcOrd="0" destOrd="0" presId="urn:microsoft.com/office/officeart/2005/8/layout/cycle2"/>
    <dgm:cxn modelId="{07783731-88C3-4AC6-B241-EB7F0E4674CB}" srcId="{4A9B9B13-0263-4A39-A9BF-AB3BE085EA44}" destId="{AD119F84-DB8D-4CF1-8F34-723D2E53EE47}" srcOrd="0" destOrd="0" parTransId="{6B34BE67-406F-4775-BF3C-D4DD552DDA01}" sibTransId="{53F35069-7DD9-4BC9-A663-2B6480A460D4}"/>
    <dgm:cxn modelId="{3F6D9838-FF74-4353-9242-5346A745F04D}" type="presOf" srcId="{0CBFC515-19FB-4F51-99D0-24C5A6156CC6}" destId="{50AEAE12-5E54-42BB-89ED-4E3A3F48A75D}" srcOrd="0" destOrd="0" presId="urn:microsoft.com/office/officeart/2005/8/layout/cycle2"/>
    <dgm:cxn modelId="{69380E43-473C-4A26-B109-84A977073515}" type="presOf" srcId="{4A9B9B13-0263-4A39-A9BF-AB3BE085EA44}" destId="{47B7A1CE-5A72-43C3-8E82-152CA8427099}" srcOrd="0" destOrd="0" presId="urn:microsoft.com/office/officeart/2005/8/layout/cycle2"/>
    <dgm:cxn modelId="{AFA8BA45-5D3D-40D8-8EF8-F1D5D0857E0B}" type="presOf" srcId="{53F35069-7DD9-4BC9-A663-2B6480A460D4}" destId="{89E50B89-3875-4B90-98CC-CC3269056B34}" srcOrd="0" destOrd="0" presId="urn:microsoft.com/office/officeart/2005/8/layout/cycle2"/>
    <dgm:cxn modelId="{162B3B8F-8F9D-4B34-9076-199F4F8E9469}" type="presOf" srcId="{0CBFC515-19FB-4F51-99D0-24C5A6156CC6}" destId="{74E9AAD4-DE47-4911-94B2-F1DC9396E928}" srcOrd="1" destOrd="0" presId="urn:microsoft.com/office/officeart/2005/8/layout/cycle2"/>
    <dgm:cxn modelId="{1ABEF492-3C66-457B-91B9-E7C2A3A7FC9F}" srcId="{4A9B9B13-0263-4A39-A9BF-AB3BE085EA44}" destId="{5B1F820D-44B0-4A8C-A39F-4B656A4AA2BC}" srcOrd="1" destOrd="0" parTransId="{399727C4-E119-4A9A-AF21-79F55E311D69}" sibTransId="{0CBFC515-19FB-4F51-99D0-24C5A6156CC6}"/>
    <dgm:cxn modelId="{0E99E5E5-B15E-487E-AA58-2845ECC374BF}" type="presParOf" srcId="{47B7A1CE-5A72-43C3-8E82-152CA8427099}" destId="{99AB1D2E-206A-449D-941D-C70C662C4E27}" srcOrd="0" destOrd="0" presId="urn:microsoft.com/office/officeart/2005/8/layout/cycle2"/>
    <dgm:cxn modelId="{2AB58755-624E-4C13-B923-C090F882B87B}" type="presParOf" srcId="{47B7A1CE-5A72-43C3-8E82-152CA8427099}" destId="{89E50B89-3875-4B90-98CC-CC3269056B34}" srcOrd="1" destOrd="0" presId="urn:microsoft.com/office/officeart/2005/8/layout/cycle2"/>
    <dgm:cxn modelId="{7372E4F8-34AA-4448-82AE-FBE0D85EA748}" type="presParOf" srcId="{89E50B89-3875-4B90-98CC-CC3269056B34}" destId="{6452A3B2-4F14-4737-B91F-70D97C5DC8A7}" srcOrd="0" destOrd="0" presId="urn:microsoft.com/office/officeart/2005/8/layout/cycle2"/>
    <dgm:cxn modelId="{46AC507F-DFF2-45A2-8725-A1C7F22CC8DF}" type="presParOf" srcId="{47B7A1CE-5A72-43C3-8E82-152CA8427099}" destId="{EE65D308-BC86-403D-8352-C273BFF0A3F0}" srcOrd="2" destOrd="0" presId="urn:microsoft.com/office/officeart/2005/8/layout/cycle2"/>
    <dgm:cxn modelId="{FE13CB31-BEB0-4726-B5FC-83C69045783E}" type="presParOf" srcId="{47B7A1CE-5A72-43C3-8E82-152CA8427099}" destId="{50AEAE12-5E54-42BB-89ED-4E3A3F48A75D}" srcOrd="3" destOrd="0" presId="urn:microsoft.com/office/officeart/2005/8/layout/cycle2"/>
    <dgm:cxn modelId="{3706F2C7-E436-4C6A-9F23-6FABD3BA9553}" type="presParOf" srcId="{50AEAE12-5E54-42BB-89ED-4E3A3F48A75D}" destId="{74E9AAD4-DE47-4911-94B2-F1DC9396E928}" srcOrd="0" destOrd="0" presId="urn:microsoft.com/office/officeart/2005/8/layout/cycle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1C6B0DF-9A40-4E68-B86A-5416FEE526DE}" type="doc">
      <dgm:prSet loTypeId="urn:microsoft.com/office/officeart/2005/8/layout/hierarchy3" loCatId="hierarchy" qsTypeId="urn:microsoft.com/office/officeart/2005/8/quickstyle/simple4" qsCatId="simple" csTypeId="urn:microsoft.com/office/officeart/2005/8/colors/colorful2" csCatId="colorful" phldr="1"/>
      <dgm:spPr/>
      <dgm:t>
        <a:bodyPr/>
        <a:lstStyle/>
        <a:p>
          <a:endParaRPr lang="en-ZA"/>
        </a:p>
      </dgm:t>
    </dgm:pt>
    <dgm:pt modelId="{98C94D66-FF40-4BA5-BBB4-BC02F6B0AB08}">
      <dgm:prSet/>
      <dgm:spPr>
        <a:solidFill>
          <a:schemeClr val="bg2">
            <a:lumMod val="75000"/>
          </a:schemeClr>
        </a:solidFill>
      </dgm:spPr>
      <dgm:t>
        <a:bodyPr/>
        <a:lstStyle/>
        <a:p>
          <a:r>
            <a:rPr lang="en-US" b="0" i="0" dirty="0"/>
            <a:t>Product Analysis &amp;</a:t>
          </a:r>
          <a:br>
            <a:rPr lang="en-US" b="0" i="0" dirty="0"/>
          </a:br>
          <a:r>
            <a:rPr lang="en-US" b="0" i="0" dirty="0"/>
            <a:t>Sales performance  </a:t>
          </a:r>
          <a:endParaRPr lang="en-ZA" dirty="0"/>
        </a:p>
      </dgm:t>
    </dgm:pt>
    <dgm:pt modelId="{5855CA54-EA43-4143-B133-C3DA92282C5C}" type="parTrans" cxnId="{E8289B87-AB5F-4CDA-A876-25709ECD0241}">
      <dgm:prSet/>
      <dgm:spPr/>
      <dgm:t>
        <a:bodyPr/>
        <a:lstStyle/>
        <a:p>
          <a:endParaRPr lang="en-ZA"/>
        </a:p>
      </dgm:t>
    </dgm:pt>
    <dgm:pt modelId="{7D15375E-632B-47DD-B8CD-FFA7FB9E0C71}" type="sibTrans" cxnId="{E8289B87-AB5F-4CDA-A876-25709ECD0241}">
      <dgm:prSet/>
      <dgm:spPr/>
      <dgm:t>
        <a:bodyPr/>
        <a:lstStyle/>
        <a:p>
          <a:endParaRPr lang="en-ZA"/>
        </a:p>
      </dgm:t>
    </dgm:pt>
    <dgm:pt modelId="{A4F1DCC9-4D34-4C1E-8029-5D0754B3DD4A}" type="pres">
      <dgm:prSet presAssocID="{11C6B0DF-9A40-4E68-B86A-5416FEE526DE}" presName="diagram" presStyleCnt="0">
        <dgm:presLayoutVars>
          <dgm:chPref val="1"/>
          <dgm:dir/>
          <dgm:animOne val="branch"/>
          <dgm:animLvl val="lvl"/>
          <dgm:resizeHandles/>
        </dgm:presLayoutVars>
      </dgm:prSet>
      <dgm:spPr/>
    </dgm:pt>
    <dgm:pt modelId="{D6C67602-9FFA-403D-992A-95AA4AAED24D}" type="pres">
      <dgm:prSet presAssocID="{98C94D66-FF40-4BA5-BBB4-BC02F6B0AB08}" presName="root" presStyleCnt="0"/>
      <dgm:spPr/>
    </dgm:pt>
    <dgm:pt modelId="{415612A0-7377-4C4F-8E29-769A0EA0A991}" type="pres">
      <dgm:prSet presAssocID="{98C94D66-FF40-4BA5-BBB4-BC02F6B0AB08}" presName="rootComposite" presStyleCnt="0"/>
      <dgm:spPr/>
    </dgm:pt>
    <dgm:pt modelId="{BCE9B835-F80C-4A2B-8564-154FC4AD3023}" type="pres">
      <dgm:prSet presAssocID="{98C94D66-FF40-4BA5-BBB4-BC02F6B0AB08}" presName="rootText" presStyleLbl="node1" presStyleIdx="0" presStyleCnt="1" custLinFactX="44419" custLinFactNeighborX="100000" custLinFactNeighborY="-24641"/>
      <dgm:spPr/>
    </dgm:pt>
    <dgm:pt modelId="{55613A8E-8927-431D-BF56-1D14362F4F30}" type="pres">
      <dgm:prSet presAssocID="{98C94D66-FF40-4BA5-BBB4-BC02F6B0AB08}" presName="rootConnector" presStyleLbl="node1" presStyleIdx="0" presStyleCnt="1"/>
      <dgm:spPr/>
    </dgm:pt>
    <dgm:pt modelId="{BA929B9B-B801-4FCA-81E0-741B038062ED}" type="pres">
      <dgm:prSet presAssocID="{98C94D66-FF40-4BA5-BBB4-BC02F6B0AB08}" presName="childShape" presStyleCnt="0"/>
      <dgm:spPr/>
    </dgm:pt>
  </dgm:ptLst>
  <dgm:cxnLst>
    <dgm:cxn modelId="{A2E8B618-7E5C-425B-83EC-4191632A590A}" type="presOf" srcId="{98C94D66-FF40-4BA5-BBB4-BC02F6B0AB08}" destId="{55613A8E-8927-431D-BF56-1D14362F4F30}" srcOrd="1" destOrd="0" presId="urn:microsoft.com/office/officeart/2005/8/layout/hierarchy3"/>
    <dgm:cxn modelId="{AFD14B46-48B5-4108-A8D2-FE697FD68EFA}" type="presOf" srcId="{11C6B0DF-9A40-4E68-B86A-5416FEE526DE}" destId="{A4F1DCC9-4D34-4C1E-8029-5D0754B3DD4A}" srcOrd="0" destOrd="0" presId="urn:microsoft.com/office/officeart/2005/8/layout/hierarchy3"/>
    <dgm:cxn modelId="{E8289B87-AB5F-4CDA-A876-25709ECD0241}" srcId="{11C6B0DF-9A40-4E68-B86A-5416FEE526DE}" destId="{98C94D66-FF40-4BA5-BBB4-BC02F6B0AB08}" srcOrd="0" destOrd="0" parTransId="{5855CA54-EA43-4143-B133-C3DA92282C5C}" sibTransId="{7D15375E-632B-47DD-B8CD-FFA7FB9E0C71}"/>
    <dgm:cxn modelId="{27EEE7E9-362C-469B-AA2C-987CC315A73D}" type="presOf" srcId="{98C94D66-FF40-4BA5-BBB4-BC02F6B0AB08}" destId="{BCE9B835-F80C-4A2B-8564-154FC4AD3023}" srcOrd="0" destOrd="0" presId="urn:microsoft.com/office/officeart/2005/8/layout/hierarchy3"/>
    <dgm:cxn modelId="{8063836D-A26D-4EF9-AC33-828EB08A675F}" type="presParOf" srcId="{A4F1DCC9-4D34-4C1E-8029-5D0754B3DD4A}" destId="{D6C67602-9FFA-403D-992A-95AA4AAED24D}" srcOrd="0" destOrd="0" presId="urn:microsoft.com/office/officeart/2005/8/layout/hierarchy3"/>
    <dgm:cxn modelId="{90B7E1F4-76A5-41E7-8B3D-6501785C1BF9}" type="presParOf" srcId="{D6C67602-9FFA-403D-992A-95AA4AAED24D}" destId="{415612A0-7377-4C4F-8E29-769A0EA0A991}" srcOrd="0" destOrd="0" presId="urn:microsoft.com/office/officeart/2005/8/layout/hierarchy3"/>
    <dgm:cxn modelId="{403435B6-23B5-4C7D-95DA-0813819B7186}" type="presParOf" srcId="{415612A0-7377-4C4F-8E29-769A0EA0A991}" destId="{BCE9B835-F80C-4A2B-8564-154FC4AD3023}" srcOrd="0" destOrd="0" presId="urn:microsoft.com/office/officeart/2005/8/layout/hierarchy3"/>
    <dgm:cxn modelId="{0B434150-DE0F-40CD-95AD-788FCF49E90F}" type="presParOf" srcId="{415612A0-7377-4C4F-8E29-769A0EA0A991}" destId="{55613A8E-8927-431D-BF56-1D14362F4F30}" srcOrd="1" destOrd="0" presId="urn:microsoft.com/office/officeart/2005/8/layout/hierarchy3"/>
    <dgm:cxn modelId="{8996ACC2-4AF8-4C52-8D75-94BF7AB13B6D}" type="presParOf" srcId="{D6C67602-9FFA-403D-992A-95AA4AAED24D}" destId="{BA929B9B-B801-4FCA-81E0-741B038062ED}" srcOrd="1" destOrd="0" presId="urn:microsoft.com/office/officeart/2005/8/layout/hierarchy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1C6B0DF-9A40-4E68-B86A-5416FEE526DE}" type="doc">
      <dgm:prSet loTypeId="urn:microsoft.com/office/officeart/2005/8/layout/hierarchy3" loCatId="hierarchy" qsTypeId="urn:microsoft.com/office/officeart/2005/8/quickstyle/simple4" qsCatId="simple" csTypeId="urn:microsoft.com/office/officeart/2005/8/colors/colorful2" csCatId="colorful" phldr="1"/>
      <dgm:spPr/>
      <dgm:t>
        <a:bodyPr/>
        <a:lstStyle/>
        <a:p>
          <a:endParaRPr lang="en-ZA"/>
        </a:p>
      </dgm:t>
    </dgm:pt>
    <dgm:pt modelId="{98C94D66-FF40-4BA5-BBB4-BC02F6B0AB08}">
      <dgm:prSet/>
      <dgm:spPr>
        <a:solidFill>
          <a:schemeClr val="bg2">
            <a:lumMod val="75000"/>
          </a:schemeClr>
        </a:solidFill>
        <a:effectLst>
          <a:glow rad="101600">
            <a:schemeClr val="accent4">
              <a:satMod val="175000"/>
              <a:alpha val="40000"/>
            </a:schemeClr>
          </a:glow>
        </a:effectLst>
      </dgm:spPr>
      <dgm:t>
        <a:bodyPr/>
        <a:lstStyle/>
        <a:p>
          <a:r>
            <a:rPr lang="en-US" b="0" i="0" dirty="0"/>
            <a:t>Busy Times (Peak Hours) &amp; Store Performance </a:t>
          </a:r>
          <a:endParaRPr lang="en-ZA" dirty="0"/>
        </a:p>
      </dgm:t>
    </dgm:pt>
    <dgm:pt modelId="{5855CA54-EA43-4143-B133-C3DA92282C5C}" type="parTrans" cxnId="{E8289B87-AB5F-4CDA-A876-25709ECD0241}">
      <dgm:prSet/>
      <dgm:spPr/>
      <dgm:t>
        <a:bodyPr/>
        <a:lstStyle/>
        <a:p>
          <a:endParaRPr lang="en-ZA"/>
        </a:p>
      </dgm:t>
    </dgm:pt>
    <dgm:pt modelId="{7D15375E-632B-47DD-B8CD-FFA7FB9E0C71}" type="sibTrans" cxnId="{E8289B87-AB5F-4CDA-A876-25709ECD0241}">
      <dgm:prSet/>
      <dgm:spPr/>
      <dgm:t>
        <a:bodyPr/>
        <a:lstStyle/>
        <a:p>
          <a:endParaRPr lang="en-ZA"/>
        </a:p>
      </dgm:t>
    </dgm:pt>
    <dgm:pt modelId="{A4F1DCC9-4D34-4C1E-8029-5D0754B3DD4A}" type="pres">
      <dgm:prSet presAssocID="{11C6B0DF-9A40-4E68-B86A-5416FEE526DE}" presName="diagram" presStyleCnt="0">
        <dgm:presLayoutVars>
          <dgm:chPref val="1"/>
          <dgm:dir/>
          <dgm:animOne val="branch"/>
          <dgm:animLvl val="lvl"/>
          <dgm:resizeHandles/>
        </dgm:presLayoutVars>
      </dgm:prSet>
      <dgm:spPr/>
    </dgm:pt>
    <dgm:pt modelId="{D6C67602-9FFA-403D-992A-95AA4AAED24D}" type="pres">
      <dgm:prSet presAssocID="{98C94D66-FF40-4BA5-BBB4-BC02F6B0AB08}" presName="root" presStyleCnt="0"/>
      <dgm:spPr/>
    </dgm:pt>
    <dgm:pt modelId="{415612A0-7377-4C4F-8E29-769A0EA0A991}" type="pres">
      <dgm:prSet presAssocID="{98C94D66-FF40-4BA5-BBB4-BC02F6B0AB08}" presName="rootComposite" presStyleCnt="0"/>
      <dgm:spPr/>
    </dgm:pt>
    <dgm:pt modelId="{BCE9B835-F80C-4A2B-8564-154FC4AD3023}" type="pres">
      <dgm:prSet presAssocID="{98C94D66-FF40-4BA5-BBB4-BC02F6B0AB08}" presName="rootText" presStyleLbl="node1" presStyleIdx="0" presStyleCnt="1" custScaleX="107858" custScaleY="100090" custLinFactX="44419" custLinFactNeighborX="100000" custLinFactNeighborY="-24641"/>
      <dgm:spPr/>
    </dgm:pt>
    <dgm:pt modelId="{55613A8E-8927-431D-BF56-1D14362F4F30}" type="pres">
      <dgm:prSet presAssocID="{98C94D66-FF40-4BA5-BBB4-BC02F6B0AB08}" presName="rootConnector" presStyleLbl="node1" presStyleIdx="0" presStyleCnt="1"/>
      <dgm:spPr/>
    </dgm:pt>
    <dgm:pt modelId="{BA929B9B-B801-4FCA-81E0-741B038062ED}" type="pres">
      <dgm:prSet presAssocID="{98C94D66-FF40-4BA5-BBB4-BC02F6B0AB08}" presName="childShape" presStyleCnt="0"/>
      <dgm:spPr/>
    </dgm:pt>
  </dgm:ptLst>
  <dgm:cxnLst>
    <dgm:cxn modelId="{A2E8B618-7E5C-425B-83EC-4191632A590A}" type="presOf" srcId="{98C94D66-FF40-4BA5-BBB4-BC02F6B0AB08}" destId="{55613A8E-8927-431D-BF56-1D14362F4F30}" srcOrd="1" destOrd="0" presId="urn:microsoft.com/office/officeart/2005/8/layout/hierarchy3"/>
    <dgm:cxn modelId="{AFD14B46-48B5-4108-A8D2-FE697FD68EFA}" type="presOf" srcId="{11C6B0DF-9A40-4E68-B86A-5416FEE526DE}" destId="{A4F1DCC9-4D34-4C1E-8029-5D0754B3DD4A}" srcOrd="0" destOrd="0" presId="urn:microsoft.com/office/officeart/2005/8/layout/hierarchy3"/>
    <dgm:cxn modelId="{E8289B87-AB5F-4CDA-A876-25709ECD0241}" srcId="{11C6B0DF-9A40-4E68-B86A-5416FEE526DE}" destId="{98C94D66-FF40-4BA5-BBB4-BC02F6B0AB08}" srcOrd="0" destOrd="0" parTransId="{5855CA54-EA43-4143-B133-C3DA92282C5C}" sibTransId="{7D15375E-632B-47DD-B8CD-FFA7FB9E0C71}"/>
    <dgm:cxn modelId="{27EEE7E9-362C-469B-AA2C-987CC315A73D}" type="presOf" srcId="{98C94D66-FF40-4BA5-BBB4-BC02F6B0AB08}" destId="{BCE9B835-F80C-4A2B-8564-154FC4AD3023}" srcOrd="0" destOrd="0" presId="urn:microsoft.com/office/officeart/2005/8/layout/hierarchy3"/>
    <dgm:cxn modelId="{8063836D-A26D-4EF9-AC33-828EB08A675F}" type="presParOf" srcId="{A4F1DCC9-4D34-4C1E-8029-5D0754B3DD4A}" destId="{D6C67602-9FFA-403D-992A-95AA4AAED24D}" srcOrd="0" destOrd="0" presId="urn:microsoft.com/office/officeart/2005/8/layout/hierarchy3"/>
    <dgm:cxn modelId="{90B7E1F4-76A5-41E7-8B3D-6501785C1BF9}" type="presParOf" srcId="{D6C67602-9FFA-403D-992A-95AA4AAED24D}" destId="{415612A0-7377-4C4F-8E29-769A0EA0A991}" srcOrd="0" destOrd="0" presId="urn:microsoft.com/office/officeart/2005/8/layout/hierarchy3"/>
    <dgm:cxn modelId="{403435B6-23B5-4C7D-95DA-0813819B7186}" type="presParOf" srcId="{415612A0-7377-4C4F-8E29-769A0EA0A991}" destId="{BCE9B835-F80C-4A2B-8564-154FC4AD3023}" srcOrd="0" destOrd="0" presId="urn:microsoft.com/office/officeart/2005/8/layout/hierarchy3"/>
    <dgm:cxn modelId="{0B434150-DE0F-40CD-95AD-788FCF49E90F}" type="presParOf" srcId="{415612A0-7377-4C4F-8E29-769A0EA0A991}" destId="{55613A8E-8927-431D-BF56-1D14362F4F30}" srcOrd="1" destOrd="0" presId="urn:microsoft.com/office/officeart/2005/8/layout/hierarchy3"/>
    <dgm:cxn modelId="{8996ACC2-4AF8-4C52-8D75-94BF7AB13B6D}" type="presParOf" srcId="{D6C67602-9FFA-403D-992A-95AA4AAED24D}" destId="{BA929B9B-B801-4FCA-81E0-741B038062ED}" srcOrd="1"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1C6B0DF-9A40-4E68-B86A-5416FEE526DE}" type="doc">
      <dgm:prSet loTypeId="urn:microsoft.com/office/officeart/2005/8/layout/hierarchy3" loCatId="hierarchy" qsTypeId="urn:microsoft.com/office/officeart/2005/8/quickstyle/simple5" qsCatId="simple" csTypeId="urn:microsoft.com/office/officeart/2005/8/colors/colorful1" csCatId="colorful" phldr="1"/>
      <dgm:spPr/>
      <dgm:t>
        <a:bodyPr/>
        <a:lstStyle/>
        <a:p>
          <a:endParaRPr lang="en-ZA"/>
        </a:p>
      </dgm:t>
    </dgm:pt>
    <dgm:pt modelId="{98C94D66-FF40-4BA5-BBB4-BC02F6B0AB08}">
      <dgm:prSet/>
      <dgm:spPr/>
      <dgm:t>
        <a:bodyPr/>
        <a:lstStyle/>
        <a:p>
          <a:r>
            <a:rPr lang="en-US" b="0" i="0" dirty="0"/>
            <a:t>Monthly Performance </a:t>
          </a:r>
          <a:endParaRPr lang="en-ZA" dirty="0"/>
        </a:p>
      </dgm:t>
    </dgm:pt>
    <dgm:pt modelId="{5855CA54-EA43-4143-B133-C3DA92282C5C}" type="parTrans" cxnId="{E8289B87-AB5F-4CDA-A876-25709ECD0241}">
      <dgm:prSet/>
      <dgm:spPr/>
      <dgm:t>
        <a:bodyPr/>
        <a:lstStyle/>
        <a:p>
          <a:endParaRPr lang="en-ZA"/>
        </a:p>
      </dgm:t>
    </dgm:pt>
    <dgm:pt modelId="{7D15375E-632B-47DD-B8CD-FFA7FB9E0C71}" type="sibTrans" cxnId="{E8289B87-AB5F-4CDA-A876-25709ECD0241}">
      <dgm:prSet/>
      <dgm:spPr/>
      <dgm:t>
        <a:bodyPr/>
        <a:lstStyle/>
        <a:p>
          <a:endParaRPr lang="en-ZA"/>
        </a:p>
      </dgm:t>
    </dgm:pt>
    <dgm:pt modelId="{4530646C-BB30-412B-B3E9-F33F25B9F584}" type="pres">
      <dgm:prSet presAssocID="{11C6B0DF-9A40-4E68-B86A-5416FEE526DE}" presName="diagram" presStyleCnt="0">
        <dgm:presLayoutVars>
          <dgm:chPref val="1"/>
          <dgm:dir/>
          <dgm:animOne val="branch"/>
          <dgm:animLvl val="lvl"/>
          <dgm:resizeHandles/>
        </dgm:presLayoutVars>
      </dgm:prSet>
      <dgm:spPr/>
    </dgm:pt>
    <dgm:pt modelId="{8FE5B320-37E2-48D0-A786-AE4A9F80D12D}" type="pres">
      <dgm:prSet presAssocID="{98C94D66-FF40-4BA5-BBB4-BC02F6B0AB08}" presName="root" presStyleCnt="0"/>
      <dgm:spPr/>
    </dgm:pt>
    <dgm:pt modelId="{3977E6FA-C0BE-49AB-84EC-9D3681CAAAD9}" type="pres">
      <dgm:prSet presAssocID="{98C94D66-FF40-4BA5-BBB4-BC02F6B0AB08}" presName="rootComposite" presStyleCnt="0"/>
      <dgm:spPr/>
    </dgm:pt>
    <dgm:pt modelId="{1BE2E18D-B6A3-42DC-BDD9-AB8DD02CCC71}" type="pres">
      <dgm:prSet presAssocID="{98C94D66-FF40-4BA5-BBB4-BC02F6B0AB08}" presName="rootText" presStyleLbl="node1" presStyleIdx="0" presStyleCnt="1"/>
      <dgm:spPr/>
    </dgm:pt>
    <dgm:pt modelId="{80468DFA-14EE-4B26-B34D-FAD2D7E3FF78}" type="pres">
      <dgm:prSet presAssocID="{98C94D66-FF40-4BA5-BBB4-BC02F6B0AB08}" presName="rootConnector" presStyleLbl="node1" presStyleIdx="0" presStyleCnt="1"/>
      <dgm:spPr/>
    </dgm:pt>
    <dgm:pt modelId="{2CB62319-644D-4852-95D4-7F5F90AF28FF}" type="pres">
      <dgm:prSet presAssocID="{98C94D66-FF40-4BA5-BBB4-BC02F6B0AB08}" presName="childShape" presStyleCnt="0"/>
      <dgm:spPr/>
    </dgm:pt>
  </dgm:ptLst>
  <dgm:cxnLst>
    <dgm:cxn modelId="{B5C2A450-39A6-4BDB-870A-4DC585DAE5A2}" type="presOf" srcId="{11C6B0DF-9A40-4E68-B86A-5416FEE526DE}" destId="{4530646C-BB30-412B-B3E9-F33F25B9F584}" srcOrd="0" destOrd="0" presId="urn:microsoft.com/office/officeart/2005/8/layout/hierarchy3"/>
    <dgm:cxn modelId="{869B2E56-D02A-493C-B69E-C53AC3BC666E}" type="presOf" srcId="{98C94D66-FF40-4BA5-BBB4-BC02F6B0AB08}" destId="{1BE2E18D-B6A3-42DC-BDD9-AB8DD02CCC71}" srcOrd="0" destOrd="0" presId="urn:microsoft.com/office/officeart/2005/8/layout/hierarchy3"/>
    <dgm:cxn modelId="{116D2E7A-D7E8-4A20-B891-70E4CEE55E19}" type="presOf" srcId="{98C94D66-FF40-4BA5-BBB4-BC02F6B0AB08}" destId="{80468DFA-14EE-4B26-B34D-FAD2D7E3FF78}" srcOrd="1" destOrd="0" presId="urn:microsoft.com/office/officeart/2005/8/layout/hierarchy3"/>
    <dgm:cxn modelId="{E8289B87-AB5F-4CDA-A876-25709ECD0241}" srcId="{11C6B0DF-9A40-4E68-B86A-5416FEE526DE}" destId="{98C94D66-FF40-4BA5-BBB4-BC02F6B0AB08}" srcOrd="0" destOrd="0" parTransId="{5855CA54-EA43-4143-B133-C3DA92282C5C}" sibTransId="{7D15375E-632B-47DD-B8CD-FFA7FB9E0C71}"/>
    <dgm:cxn modelId="{47961178-8401-4D7A-A4B7-0610E47DD48C}" type="presParOf" srcId="{4530646C-BB30-412B-B3E9-F33F25B9F584}" destId="{8FE5B320-37E2-48D0-A786-AE4A9F80D12D}" srcOrd="0" destOrd="0" presId="urn:microsoft.com/office/officeart/2005/8/layout/hierarchy3"/>
    <dgm:cxn modelId="{B8A5668F-7734-4384-888C-6732A0F547FB}" type="presParOf" srcId="{8FE5B320-37E2-48D0-A786-AE4A9F80D12D}" destId="{3977E6FA-C0BE-49AB-84EC-9D3681CAAAD9}" srcOrd="0" destOrd="0" presId="urn:microsoft.com/office/officeart/2005/8/layout/hierarchy3"/>
    <dgm:cxn modelId="{56BAEABB-08E4-48DB-AC5C-B72AABBB8961}" type="presParOf" srcId="{3977E6FA-C0BE-49AB-84EC-9D3681CAAAD9}" destId="{1BE2E18D-B6A3-42DC-BDD9-AB8DD02CCC71}" srcOrd="0" destOrd="0" presId="urn:microsoft.com/office/officeart/2005/8/layout/hierarchy3"/>
    <dgm:cxn modelId="{62A4E249-9041-482B-AD4F-2F70CDCA26B4}" type="presParOf" srcId="{3977E6FA-C0BE-49AB-84EC-9D3681CAAAD9}" destId="{80468DFA-14EE-4B26-B34D-FAD2D7E3FF78}" srcOrd="1" destOrd="0" presId="urn:microsoft.com/office/officeart/2005/8/layout/hierarchy3"/>
    <dgm:cxn modelId="{3D71747A-66F4-47D8-A084-76C2366CC103}" type="presParOf" srcId="{8FE5B320-37E2-48D0-A786-AE4A9F80D12D}" destId="{2CB62319-644D-4852-95D4-7F5F90AF28FF}" srcOrd="1"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38AE27B-C710-433B-88A3-47705241C6C2}" type="doc">
      <dgm:prSet loTypeId="urn:microsoft.com/office/officeart/2005/8/layout/venn1" loCatId="relationship" qsTypeId="urn:microsoft.com/office/officeart/2005/8/quickstyle/simple3" qsCatId="simple" csTypeId="urn:microsoft.com/office/officeart/2005/8/colors/accent0_3" csCatId="mainScheme" phldr="1"/>
      <dgm:spPr/>
      <dgm:t>
        <a:bodyPr/>
        <a:lstStyle/>
        <a:p>
          <a:endParaRPr lang="en-ZA"/>
        </a:p>
      </dgm:t>
    </dgm:pt>
    <dgm:pt modelId="{63532A37-4207-493B-BFE6-05D62029F335}">
      <dgm:prSet/>
      <dgm:spPr/>
      <dgm:t>
        <a:bodyPr/>
        <a:lstStyle/>
        <a:p>
          <a:r>
            <a:rPr lang="en-US" b="0" i="0" dirty="0"/>
            <a:t>Overall KPI (Top Section </a:t>
          </a:r>
          <a:endParaRPr lang="en-ZA" dirty="0"/>
        </a:p>
      </dgm:t>
    </dgm:pt>
    <dgm:pt modelId="{4E3D5FEF-9EA4-4586-BACD-AA2FFA4DD8D2}" type="parTrans" cxnId="{A07C5AC7-D75D-4668-ACF5-FA34FE9D1BD7}">
      <dgm:prSet/>
      <dgm:spPr/>
      <dgm:t>
        <a:bodyPr/>
        <a:lstStyle/>
        <a:p>
          <a:endParaRPr lang="en-ZA"/>
        </a:p>
      </dgm:t>
    </dgm:pt>
    <dgm:pt modelId="{14AAB700-F8D2-4174-BF31-28742B42897C}" type="sibTrans" cxnId="{A07C5AC7-D75D-4668-ACF5-FA34FE9D1BD7}">
      <dgm:prSet/>
      <dgm:spPr/>
      <dgm:t>
        <a:bodyPr/>
        <a:lstStyle/>
        <a:p>
          <a:endParaRPr lang="en-ZA"/>
        </a:p>
      </dgm:t>
    </dgm:pt>
    <dgm:pt modelId="{A1ACF3DA-98C3-46FD-8A85-D100BE8067EE}" type="pres">
      <dgm:prSet presAssocID="{B38AE27B-C710-433B-88A3-47705241C6C2}" presName="compositeShape" presStyleCnt="0">
        <dgm:presLayoutVars>
          <dgm:chMax val="7"/>
          <dgm:dir/>
          <dgm:resizeHandles val="exact"/>
        </dgm:presLayoutVars>
      </dgm:prSet>
      <dgm:spPr/>
    </dgm:pt>
    <dgm:pt modelId="{F5F9CB74-375B-4AEE-AACC-29C62EBDCD54}" type="pres">
      <dgm:prSet presAssocID="{63532A37-4207-493B-BFE6-05D62029F335}" presName="circ1TxSh" presStyleLbl="vennNode1" presStyleIdx="0" presStyleCnt="1" custScaleX="260530"/>
      <dgm:spPr/>
    </dgm:pt>
  </dgm:ptLst>
  <dgm:cxnLst>
    <dgm:cxn modelId="{65C6E770-6B81-4079-AA8B-5B03E98394A4}" type="presOf" srcId="{B38AE27B-C710-433B-88A3-47705241C6C2}" destId="{A1ACF3DA-98C3-46FD-8A85-D100BE8067EE}" srcOrd="0" destOrd="0" presId="urn:microsoft.com/office/officeart/2005/8/layout/venn1"/>
    <dgm:cxn modelId="{6CEECD58-39F4-49B2-9C40-99A043868B09}" type="presOf" srcId="{63532A37-4207-493B-BFE6-05D62029F335}" destId="{F5F9CB74-375B-4AEE-AACC-29C62EBDCD54}" srcOrd="0" destOrd="0" presId="urn:microsoft.com/office/officeart/2005/8/layout/venn1"/>
    <dgm:cxn modelId="{A07C5AC7-D75D-4668-ACF5-FA34FE9D1BD7}" srcId="{B38AE27B-C710-433B-88A3-47705241C6C2}" destId="{63532A37-4207-493B-BFE6-05D62029F335}" srcOrd="0" destOrd="0" parTransId="{4E3D5FEF-9EA4-4586-BACD-AA2FFA4DD8D2}" sibTransId="{14AAB700-F8D2-4174-BF31-28742B42897C}"/>
    <dgm:cxn modelId="{782423B9-86BF-4156-AB38-70A44CA5999D}" type="presParOf" srcId="{A1ACF3DA-98C3-46FD-8A85-D100BE8067EE}" destId="{F5F9CB74-375B-4AEE-AACC-29C62EBDCD54}" srcOrd="0"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5C924AC-01EB-4276-AF81-6E8904469A4C}"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en-ZA"/>
        </a:p>
      </dgm:t>
    </dgm:pt>
    <dgm:pt modelId="{4320FF5A-385C-4D9A-8D27-B8967C273060}">
      <dgm:prSet/>
      <dgm:spPr/>
      <dgm:t>
        <a:bodyPr/>
        <a:lstStyle/>
        <a:p>
          <a:r>
            <a:rPr lang="en-US" dirty="0"/>
            <a:t>To conclude, we review key performance indicators, including total revenue and total transactions provide a complete view of business performance</a:t>
          </a:r>
          <a:endParaRPr lang="en-ZA" dirty="0"/>
        </a:p>
      </dgm:t>
    </dgm:pt>
    <dgm:pt modelId="{AB44784F-C309-4A33-AE76-2E45C4A82A4C}" type="parTrans" cxnId="{0A3326A1-21B3-47C2-AE94-3E8AFA3A0BEB}">
      <dgm:prSet/>
      <dgm:spPr/>
      <dgm:t>
        <a:bodyPr/>
        <a:lstStyle/>
        <a:p>
          <a:endParaRPr lang="en-ZA"/>
        </a:p>
      </dgm:t>
    </dgm:pt>
    <dgm:pt modelId="{9E70AE19-45CE-45D5-8AF4-5E4559C6601A}" type="sibTrans" cxnId="{0A3326A1-21B3-47C2-AE94-3E8AFA3A0BEB}">
      <dgm:prSet/>
      <dgm:spPr/>
      <dgm:t>
        <a:bodyPr/>
        <a:lstStyle/>
        <a:p>
          <a:endParaRPr lang="en-ZA"/>
        </a:p>
      </dgm:t>
    </dgm:pt>
    <dgm:pt modelId="{7BC54927-0B9B-497A-B869-D6C77DEDF48F}" type="pres">
      <dgm:prSet presAssocID="{A5C924AC-01EB-4276-AF81-6E8904469A4C}" presName="compositeShape" presStyleCnt="0">
        <dgm:presLayoutVars>
          <dgm:chMax val="7"/>
          <dgm:dir/>
          <dgm:resizeHandles val="exact"/>
        </dgm:presLayoutVars>
      </dgm:prSet>
      <dgm:spPr/>
    </dgm:pt>
    <dgm:pt modelId="{4996E57B-F063-4C2A-82BB-7BA35B3C04EF}" type="pres">
      <dgm:prSet presAssocID="{4320FF5A-385C-4D9A-8D27-B8967C273060}" presName="circ1TxSh" presStyleLbl="vennNode1" presStyleIdx="0" presStyleCnt="1" custLinFactNeighborX="-77223" custLinFactNeighborY="-22348"/>
      <dgm:spPr/>
    </dgm:pt>
  </dgm:ptLst>
  <dgm:cxnLst>
    <dgm:cxn modelId="{40552D00-24FE-4AB9-9FC3-1D77517D7F48}" type="presOf" srcId="{A5C924AC-01EB-4276-AF81-6E8904469A4C}" destId="{7BC54927-0B9B-497A-B869-D6C77DEDF48F}" srcOrd="0" destOrd="0" presId="urn:microsoft.com/office/officeart/2005/8/layout/venn1"/>
    <dgm:cxn modelId="{0A3326A1-21B3-47C2-AE94-3E8AFA3A0BEB}" srcId="{A5C924AC-01EB-4276-AF81-6E8904469A4C}" destId="{4320FF5A-385C-4D9A-8D27-B8967C273060}" srcOrd="0" destOrd="0" parTransId="{AB44784F-C309-4A33-AE76-2E45C4A82A4C}" sibTransId="{9E70AE19-45CE-45D5-8AF4-5E4559C6601A}"/>
    <dgm:cxn modelId="{E96976E6-08CB-4373-ABEA-9EDF7928B80B}" type="presOf" srcId="{4320FF5A-385C-4D9A-8D27-B8967C273060}" destId="{4996E57B-F063-4C2A-82BB-7BA35B3C04EF}" srcOrd="0" destOrd="0" presId="urn:microsoft.com/office/officeart/2005/8/layout/venn1"/>
    <dgm:cxn modelId="{7EA7424E-42EF-4FA6-8A6F-7E0C63B4C099}" type="presParOf" srcId="{7BC54927-0B9B-497A-B869-D6C77DEDF48F}" destId="{4996E57B-F063-4C2A-82BB-7BA35B3C04EF}" srcOrd="0" destOrd="0" presId="urn:microsoft.com/office/officeart/2005/8/layout/ven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92ED2D-790F-4BBB-8AD5-08FDF79C06AF}">
      <dsp:nvSpPr>
        <dsp:cNvPr id="0" name=""/>
        <dsp:cNvSpPr/>
      </dsp:nvSpPr>
      <dsp:spPr>
        <a:xfrm rot="10800000">
          <a:off x="873970" y="238083"/>
          <a:ext cx="2313196" cy="1165294"/>
        </a:xfrm>
        <a:prstGeom prst="homePlate">
          <a:avLst/>
        </a:prstGeom>
        <a:solidFill>
          <a:schemeClr val="bg2">
            <a:lumMod val="5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13862" tIns="91440" rIns="170688" bIns="91440" numCol="1" spcCol="1270" anchor="ctr" anchorCtr="0">
          <a:noAutofit/>
        </a:bodyPr>
        <a:lstStyle/>
        <a:p>
          <a:pPr marL="0" lvl="0" indent="0" algn="ctr" defTabSz="1066800">
            <a:lnSpc>
              <a:spcPct val="90000"/>
            </a:lnSpc>
            <a:spcBef>
              <a:spcPct val="0"/>
            </a:spcBef>
            <a:spcAft>
              <a:spcPct val="35000"/>
            </a:spcAft>
            <a:buNone/>
          </a:pPr>
          <a:r>
            <a:rPr lang="en-US" sz="2400" b="0" i="0" kern="1200" dirty="0"/>
            <a:t>The Bright  Coffee </a:t>
          </a:r>
          <a:br>
            <a:rPr lang="en-US" sz="2400" b="0" i="0" kern="1200" dirty="0"/>
          </a:br>
          <a:r>
            <a:rPr lang="en-US" sz="2400" b="0" i="0" kern="1200" dirty="0"/>
            <a:t>Shop</a:t>
          </a:r>
          <a:endParaRPr lang="en-ZA" sz="2400" kern="1200" dirty="0"/>
        </a:p>
      </dsp:txBody>
      <dsp:txXfrm rot="10800000">
        <a:off x="1165293" y="238083"/>
        <a:ext cx="2021873" cy="1165294"/>
      </dsp:txXfrm>
    </dsp:sp>
    <dsp:sp modelId="{69DD7C3C-2259-4AFF-97E5-437A32FA50F0}">
      <dsp:nvSpPr>
        <dsp:cNvPr id="0" name=""/>
        <dsp:cNvSpPr/>
      </dsp:nvSpPr>
      <dsp:spPr>
        <a:xfrm>
          <a:off x="291323" y="238083"/>
          <a:ext cx="1165294" cy="1165294"/>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F0A995-963E-40A4-AABD-710D57C11858}">
      <dsp:nvSpPr>
        <dsp:cNvPr id="0" name=""/>
        <dsp:cNvSpPr/>
      </dsp:nvSpPr>
      <dsp:spPr>
        <a:xfrm>
          <a:off x="1184201" y="818"/>
          <a:ext cx="2501567" cy="2501567"/>
        </a:xfrm>
        <a:prstGeom prst="ellipse">
          <a:avLst/>
        </a:prstGeom>
        <a:solidFill>
          <a:schemeClr val="lt1">
            <a:hueOff val="0"/>
            <a:satOff val="0"/>
            <a:lumOff val="0"/>
            <a:alphaOff val="0"/>
          </a:schemeClr>
        </a:solidFill>
        <a:ln w="15875"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Accelerating Growth: </a:t>
          </a:r>
        </a:p>
        <a:p>
          <a:pPr marL="0" lvl="0" indent="0" algn="ctr" defTabSz="889000">
            <a:lnSpc>
              <a:spcPct val="90000"/>
            </a:lnSpc>
            <a:spcBef>
              <a:spcPct val="0"/>
            </a:spcBef>
            <a:spcAft>
              <a:spcPct val="35000"/>
            </a:spcAft>
            <a:buNone/>
          </a:pPr>
          <a:r>
            <a:rPr lang="en-US" sz="2000" kern="1200" dirty="0"/>
            <a:t>Sales Performance &amp; Strategic Insights</a:t>
          </a:r>
          <a:endParaRPr lang="en-ZA" sz="2000" kern="1200" dirty="0"/>
        </a:p>
      </dsp:txBody>
      <dsp:txXfrm>
        <a:off x="1550547" y="367164"/>
        <a:ext cx="1768875" cy="17688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890FDF-02E0-44AD-9B7C-23C6E22646A9}">
      <dsp:nvSpPr>
        <dsp:cNvPr id="0" name=""/>
        <dsp:cNvSpPr/>
      </dsp:nvSpPr>
      <dsp:spPr>
        <a:xfrm>
          <a:off x="0" y="0"/>
          <a:ext cx="329890" cy="329890"/>
        </a:xfrm>
        <a:prstGeom prst="pie">
          <a:avLst>
            <a:gd name="adj1" fmla="val 5400000"/>
            <a:gd name="adj2" fmla="val 1620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E9A5E8-BF09-470B-89F6-9059BF57C24B}">
      <dsp:nvSpPr>
        <dsp:cNvPr id="0" name=""/>
        <dsp:cNvSpPr/>
      </dsp:nvSpPr>
      <dsp:spPr>
        <a:xfrm>
          <a:off x="164944" y="0"/>
          <a:ext cx="5093958" cy="32989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By Belinda N Madzhie </a:t>
          </a:r>
          <a:endParaRPr lang="en-ZA" sz="1500" kern="1200"/>
        </a:p>
      </dsp:txBody>
      <dsp:txXfrm>
        <a:off x="164944" y="0"/>
        <a:ext cx="5093958" cy="32989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530340-8CE5-444D-AC55-1B3F87322447}">
      <dsp:nvSpPr>
        <dsp:cNvPr id="0" name=""/>
        <dsp:cNvSpPr/>
      </dsp:nvSpPr>
      <dsp:spPr>
        <a:xfrm>
          <a:off x="935222" y="0"/>
          <a:ext cx="3048000" cy="3048000"/>
        </a:xfrm>
        <a:prstGeom prst="triangle">
          <a:avLst/>
        </a:prstGeom>
        <a:gradFill rotWithShape="0">
          <a:gsLst>
            <a:gs pos="0">
              <a:schemeClr val="accent5">
                <a:hueOff val="0"/>
                <a:satOff val="0"/>
                <a:lumOff val="0"/>
                <a:alphaOff val="0"/>
                <a:tint val="54000"/>
                <a:alpha val="100000"/>
                <a:satMod val="105000"/>
                <a:lumMod val="110000"/>
              </a:schemeClr>
            </a:gs>
            <a:gs pos="100000">
              <a:schemeClr val="accent5">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5B7860FB-8D16-4CB9-880A-C0DBDBDF13B3}">
      <dsp:nvSpPr>
        <dsp:cNvPr id="0" name=""/>
        <dsp:cNvSpPr/>
      </dsp:nvSpPr>
      <dsp:spPr>
        <a:xfrm>
          <a:off x="2599129" y="80555"/>
          <a:ext cx="2101637" cy="1038064"/>
        </a:xfrm>
        <a:prstGeom prst="roundRect">
          <a:avLst/>
        </a:prstGeom>
        <a:solidFill>
          <a:schemeClr val="bg2">
            <a:lumMod val="75000"/>
            <a:alpha val="9000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Analyzing  Jan 2023 sales volume to maximize our competitive advantage</a:t>
          </a:r>
          <a:endParaRPr lang="en-ZA" sz="1000" kern="1200" dirty="0"/>
        </a:p>
      </dsp:txBody>
      <dsp:txXfrm>
        <a:off x="2649803" y="131229"/>
        <a:ext cx="2000289" cy="936716"/>
      </dsp:txXfrm>
    </dsp:sp>
    <dsp:sp modelId="{C4B3796D-B249-4EA0-8742-EEDD9F4DC87D}">
      <dsp:nvSpPr>
        <dsp:cNvPr id="0" name=""/>
        <dsp:cNvSpPr/>
      </dsp:nvSpPr>
      <dsp:spPr>
        <a:xfrm>
          <a:off x="2392976" y="1446204"/>
          <a:ext cx="2011829" cy="1193655"/>
        </a:xfrm>
        <a:prstGeom prst="roundRect">
          <a:avLst/>
        </a:prstGeom>
        <a:solidFill>
          <a:schemeClr val="bg2">
            <a:lumMod val="75000"/>
            <a:alpha val="90000"/>
          </a:schemeClr>
        </a:solidFill>
        <a:ln w="9525" cap="flat" cmpd="sng" algn="ctr">
          <a:solidFill>
            <a:schemeClr val="accent5">
              <a:hueOff val="-1684631"/>
              <a:satOff val="-7944"/>
              <a:lumOff val="196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What you see in this report isn't just a list of transactions—it’s our roadmap for the rest of the year. We’ve analyzed every single deal in this dataset to find out exactly what’s working, so we can double down on our biggest wins</a:t>
          </a:r>
          <a:endParaRPr lang="en-ZA" sz="1000" kern="1200" dirty="0"/>
        </a:p>
      </dsp:txBody>
      <dsp:txXfrm>
        <a:off x="2451245" y="1504473"/>
        <a:ext cx="1895291" cy="107711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BCE77C-04A4-448E-8D93-B0278741935D}">
      <dsp:nvSpPr>
        <dsp:cNvPr id="0" name=""/>
        <dsp:cNvSpPr/>
      </dsp:nvSpPr>
      <dsp:spPr>
        <a:xfrm>
          <a:off x="0" y="0"/>
          <a:ext cx="1191492" cy="1191492"/>
        </a:xfrm>
        <a:prstGeom prst="pie">
          <a:avLst>
            <a:gd name="adj1" fmla="val 5400000"/>
            <a:gd name="adj2" fmla="val 16200000"/>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sp>
    <dsp:sp modelId="{44D8AFFC-0DA8-4B67-AF7B-ED2926C14ADF}">
      <dsp:nvSpPr>
        <dsp:cNvPr id="0" name=""/>
        <dsp:cNvSpPr/>
      </dsp:nvSpPr>
      <dsp:spPr>
        <a:xfrm>
          <a:off x="595746" y="0"/>
          <a:ext cx="3827883" cy="1191492"/>
        </a:xfrm>
        <a:prstGeom prst="rect">
          <a:avLst/>
        </a:prstGeom>
        <a:solidFill>
          <a:schemeClr val="bg2">
            <a:lumMod val="75000"/>
            <a:alpha val="90000"/>
          </a:schemeClr>
        </a:solidFill>
        <a:ln w="9525" cap="flat" cmpd="sng" algn="ctr">
          <a:solidFill>
            <a:schemeClr val="accent1">
              <a:hueOff val="0"/>
              <a:satOff val="0"/>
              <a:lumOff val="0"/>
              <a:alphaOff val="0"/>
            </a:schemeClr>
          </a:solidFill>
          <a:prstDash val="solid"/>
        </a:ln>
        <a:effectLst/>
        <a:sp3d z="-60000" extrusionH="63500" prstMaterial="matte"/>
      </dsp:spPr>
      <dsp:style>
        <a:lnRef idx="1">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Full coffee sales performance story</a:t>
          </a:r>
          <a:endParaRPr lang="en-ZA" sz="3400" kern="1200" dirty="0"/>
        </a:p>
      </dsp:txBody>
      <dsp:txXfrm>
        <a:off x="595746" y="0"/>
        <a:ext cx="3827883" cy="119149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AB1D2E-206A-449D-941D-C70C662C4E27}">
      <dsp:nvSpPr>
        <dsp:cNvPr id="0" name=""/>
        <dsp:cNvSpPr/>
      </dsp:nvSpPr>
      <dsp:spPr>
        <a:xfrm>
          <a:off x="786" y="393"/>
          <a:ext cx="2196604" cy="2196604"/>
        </a:xfrm>
        <a:prstGeom prst="ellipse">
          <a:avLst/>
        </a:prstGeom>
        <a:solidFill>
          <a:schemeClr val="bg2">
            <a:lumMod val="5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I will be presenting an overview of our coffee sales performance. The analysis focuses on key areas, including</a:t>
          </a:r>
          <a:endParaRPr lang="en-ZA" sz="1200" kern="1200" dirty="0"/>
        </a:p>
      </dsp:txBody>
      <dsp:txXfrm>
        <a:off x="322471" y="322078"/>
        <a:ext cx="1553234" cy="1553234"/>
      </dsp:txXfrm>
    </dsp:sp>
    <dsp:sp modelId="{89E50B89-3875-4B90-98CC-CC3269056B34}">
      <dsp:nvSpPr>
        <dsp:cNvPr id="0" name=""/>
        <dsp:cNvSpPr/>
      </dsp:nvSpPr>
      <dsp:spPr>
        <a:xfrm>
          <a:off x="2211518" y="-335614"/>
          <a:ext cx="2020395" cy="74135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ZA" sz="1000" kern="1200"/>
        </a:p>
      </dsp:txBody>
      <dsp:txXfrm>
        <a:off x="2211518" y="-187343"/>
        <a:ext cx="1797989" cy="444812"/>
      </dsp:txXfrm>
    </dsp:sp>
    <dsp:sp modelId="{EE65D308-BC86-403D-8352-C273BFF0A3F0}">
      <dsp:nvSpPr>
        <dsp:cNvPr id="0" name=""/>
        <dsp:cNvSpPr/>
      </dsp:nvSpPr>
      <dsp:spPr>
        <a:xfrm>
          <a:off x="4360402" y="393"/>
          <a:ext cx="2196604" cy="2196604"/>
        </a:xfrm>
        <a:prstGeom prst="ellipse">
          <a:avLst/>
        </a:prstGeom>
        <a:solidFill>
          <a:schemeClr val="bg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product performance, sales trends, peak business hours, store performance, and overall KPIs to identify opportunities for growth and operational improvement</a:t>
          </a:r>
          <a:endParaRPr lang="en-ZA" sz="1200" kern="1200" dirty="0"/>
        </a:p>
      </dsp:txBody>
      <dsp:txXfrm>
        <a:off x="4682087" y="322078"/>
        <a:ext cx="1553234" cy="1553234"/>
      </dsp:txXfrm>
    </dsp:sp>
    <dsp:sp modelId="{50AEAE12-5E54-42BB-89ED-4E3A3F48A75D}">
      <dsp:nvSpPr>
        <dsp:cNvPr id="0" name=""/>
        <dsp:cNvSpPr/>
      </dsp:nvSpPr>
      <dsp:spPr>
        <a:xfrm rot="10800000">
          <a:off x="2325880" y="1791651"/>
          <a:ext cx="2020395" cy="74135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ZA" sz="1000" kern="1200"/>
        </a:p>
      </dsp:txBody>
      <dsp:txXfrm rot="10800000">
        <a:off x="2548286" y="1939922"/>
        <a:ext cx="1797989" cy="44481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E9B835-F80C-4A2B-8564-154FC4AD3023}">
      <dsp:nvSpPr>
        <dsp:cNvPr id="0" name=""/>
        <dsp:cNvSpPr/>
      </dsp:nvSpPr>
      <dsp:spPr>
        <a:xfrm>
          <a:off x="1198807" y="0"/>
          <a:ext cx="3005229" cy="1502614"/>
        </a:xfrm>
        <a:prstGeom prst="roundRect">
          <a:avLst>
            <a:gd name="adj" fmla="val 10000"/>
          </a:avLst>
        </a:prstGeom>
        <a:solidFill>
          <a:schemeClr val="bg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5245" tIns="36830" rIns="55245" bIns="36830" numCol="1" spcCol="1270" anchor="ctr" anchorCtr="0">
          <a:noAutofit/>
        </a:bodyPr>
        <a:lstStyle/>
        <a:p>
          <a:pPr marL="0" lvl="0" indent="0" algn="ctr" defTabSz="1289050">
            <a:lnSpc>
              <a:spcPct val="90000"/>
            </a:lnSpc>
            <a:spcBef>
              <a:spcPct val="0"/>
            </a:spcBef>
            <a:spcAft>
              <a:spcPct val="35000"/>
            </a:spcAft>
            <a:buNone/>
          </a:pPr>
          <a:r>
            <a:rPr lang="en-US" sz="2900" b="0" i="0" kern="1200" dirty="0"/>
            <a:t>Product Analysis &amp;</a:t>
          </a:r>
          <a:br>
            <a:rPr lang="en-US" sz="2900" b="0" i="0" kern="1200" dirty="0"/>
          </a:br>
          <a:r>
            <a:rPr lang="en-US" sz="2900" b="0" i="0" kern="1200" dirty="0"/>
            <a:t>Sales performance  </a:t>
          </a:r>
          <a:endParaRPr lang="en-ZA" sz="2900" kern="1200" dirty="0"/>
        </a:p>
      </dsp:txBody>
      <dsp:txXfrm>
        <a:off x="1242817" y="44010"/>
        <a:ext cx="2917209" cy="141459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E9B835-F80C-4A2B-8564-154FC4AD3023}">
      <dsp:nvSpPr>
        <dsp:cNvPr id="0" name=""/>
        <dsp:cNvSpPr/>
      </dsp:nvSpPr>
      <dsp:spPr>
        <a:xfrm>
          <a:off x="962656" y="0"/>
          <a:ext cx="3241380" cy="1503967"/>
        </a:xfrm>
        <a:prstGeom prst="roundRect">
          <a:avLst>
            <a:gd name="adj" fmla="val 10000"/>
          </a:avLst>
        </a:prstGeom>
        <a:solidFill>
          <a:schemeClr val="bg2">
            <a:lumMod val="75000"/>
          </a:schemeClr>
        </a:solidFill>
        <a:ln>
          <a:noFill/>
        </a:ln>
        <a:effectLst>
          <a:glow rad="101600">
            <a:schemeClr val="accent4">
              <a:satMod val="175000"/>
              <a:alpha val="40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62865" tIns="41910" rIns="62865" bIns="41910" numCol="1" spcCol="1270" anchor="ctr" anchorCtr="0">
          <a:noAutofit/>
        </a:bodyPr>
        <a:lstStyle/>
        <a:p>
          <a:pPr marL="0" lvl="0" indent="0" algn="ctr" defTabSz="1466850">
            <a:lnSpc>
              <a:spcPct val="90000"/>
            </a:lnSpc>
            <a:spcBef>
              <a:spcPct val="0"/>
            </a:spcBef>
            <a:spcAft>
              <a:spcPct val="35000"/>
            </a:spcAft>
            <a:buNone/>
          </a:pPr>
          <a:r>
            <a:rPr lang="en-US" sz="3300" b="0" i="0" kern="1200" dirty="0"/>
            <a:t>Busy Times (Peak Hours) &amp; Store Performance </a:t>
          </a:r>
          <a:endParaRPr lang="en-ZA" sz="3300" kern="1200" dirty="0"/>
        </a:p>
      </dsp:txBody>
      <dsp:txXfrm>
        <a:off x="1006706" y="44050"/>
        <a:ext cx="3153280" cy="141586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E2E18D-B6A3-42DC-BDD9-AB8DD02CCC71}">
      <dsp:nvSpPr>
        <dsp:cNvPr id="0" name=""/>
        <dsp:cNvSpPr/>
      </dsp:nvSpPr>
      <dsp:spPr>
        <a:xfrm>
          <a:off x="0" y="955807"/>
          <a:ext cx="4325113" cy="2162556"/>
        </a:xfrm>
        <a:prstGeom prst="roundRect">
          <a:avLst>
            <a:gd name="adj" fmla="val 10000"/>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txBody>
        <a:bodyPr spcFirstLastPara="0" vert="horz" wrap="square" lIns="114300" tIns="76200" rIns="114300" bIns="76200" numCol="1" spcCol="1270" anchor="ctr" anchorCtr="0">
          <a:noAutofit/>
        </a:bodyPr>
        <a:lstStyle/>
        <a:p>
          <a:pPr marL="0" lvl="0" indent="0" algn="ctr" defTabSz="2667000">
            <a:lnSpc>
              <a:spcPct val="90000"/>
            </a:lnSpc>
            <a:spcBef>
              <a:spcPct val="0"/>
            </a:spcBef>
            <a:spcAft>
              <a:spcPct val="35000"/>
            </a:spcAft>
            <a:buNone/>
          </a:pPr>
          <a:r>
            <a:rPr lang="en-US" sz="6000" b="0" i="0" kern="1200" dirty="0"/>
            <a:t>Monthly Performance </a:t>
          </a:r>
          <a:endParaRPr lang="en-ZA" sz="6000" kern="1200" dirty="0"/>
        </a:p>
      </dsp:txBody>
      <dsp:txXfrm>
        <a:off x="63339" y="1019146"/>
        <a:ext cx="4198435" cy="203587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F9CB74-375B-4AEE-AACC-29C62EBDCD54}">
      <dsp:nvSpPr>
        <dsp:cNvPr id="0" name=""/>
        <dsp:cNvSpPr/>
      </dsp:nvSpPr>
      <dsp:spPr>
        <a:xfrm>
          <a:off x="513616" y="0"/>
          <a:ext cx="3253774" cy="1248906"/>
        </a:xfrm>
        <a:prstGeom prst="ellipse">
          <a:avLst/>
        </a:prstGeom>
        <a:gradFill rotWithShape="0">
          <a:gsLst>
            <a:gs pos="0">
              <a:schemeClr val="dk2">
                <a:alpha val="50000"/>
                <a:hueOff val="0"/>
                <a:satOff val="0"/>
                <a:lumOff val="0"/>
                <a:alphaOff val="0"/>
                <a:tint val="54000"/>
                <a:alpha val="100000"/>
                <a:satMod val="105000"/>
                <a:lumMod val="110000"/>
              </a:schemeClr>
            </a:gs>
            <a:gs pos="100000">
              <a:schemeClr val="dk2">
                <a:alpha val="50000"/>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466850">
            <a:lnSpc>
              <a:spcPct val="90000"/>
            </a:lnSpc>
            <a:spcBef>
              <a:spcPct val="0"/>
            </a:spcBef>
            <a:spcAft>
              <a:spcPct val="35000"/>
            </a:spcAft>
            <a:buNone/>
          </a:pPr>
          <a:r>
            <a:rPr lang="en-US" sz="3300" b="0" i="0" kern="1200" dirty="0"/>
            <a:t>Overall KPI (Top Section </a:t>
          </a:r>
          <a:endParaRPr lang="en-ZA" sz="3300" kern="1200" dirty="0"/>
        </a:p>
      </dsp:txBody>
      <dsp:txXfrm>
        <a:off x="990120" y="182898"/>
        <a:ext cx="2300766" cy="88311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96E57B-F063-4C2A-82BB-7BA35B3C04EF}">
      <dsp:nvSpPr>
        <dsp:cNvPr id="0" name=""/>
        <dsp:cNvSpPr/>
      </dsp:nvSpPr>
      <dsp:spPr>
        <a:xfrm>
          <a:off x="0" y="0"/>
          <a:ext cx="3094894" cy="3094894"/>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kern="1200" dirty="0"/>
            <a:t>To conclude, we review key performance indicators, including total revenue and total transactions provide a complete view of business performance</a:t>
          </a:r>
          <a:endParaRPr lang="en-ZA" sz="1800" kern="1200" dirty="0"/>
        </a:p>
      </dsp:txBody>
      <dsp:txXfrm>
        <a:off x="453237" y="453237"/>
        <a:ext cx="2188420" cy="2188420"/>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D72BFF-3F96-44AE-8522-A17182D64D33}" type="datetimeFigureOut">
              <a:rPr lang="en-US" smtClean="0"/>
              <a:t>3/30/2026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C73610-CCBA-4806-B040-7AF4F8229BA0}" type="slidenum">
              <a:rPr lang="en-US" smtClean="0"/>
              <a:t>‹#›</a:t>
            </a:fld>
            <a:endParaRPr lang="en-US" dirty="0"/>
          </a:p>
        </p:txBody>
      </p:sp>
    </p:spTree>
    <p:extLst>
      <p:ext uri="{BB962C8B-B14F-4D97-AF65-F5344CB8AC3E}">
        <p14:creationId xmlns:p14="http://schemas.microsoft.com/office/powerpoint/2010/main" val="3420535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63155276-2114-4288-A537-379EA644CDBE}" type="slidenum">
              <a:rPr lang="en-US" smtClean="0"/>
              <a:t>4</a:t>
            </a:fld>
            <a:endParaRPr lang="en-US" dirty="0"/>
          </a:p>
        </p:txBody>
      </p:sp>
    </p:spTree>
    <p:extLst>
      <p:ext uri="{BB962C8B-B14F-4D97-AF65-F5344CB8AC3E}">
        <p14:creationId xmlns:p14="http://schemas.microsoft.com/office/powerpoint/2010/main" val="4243373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4ED1A-CC8B-77C4-C3BB-58816AF8F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34D5E-BE87-D477-663E-CB07810633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440675-AC27-B2E5-70B9-6BAFC763D9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A81AEC58-5D30-7CD0-2FCF-753ADD084FD0}"/>
              </a:ext>
            </a:extLst>
          </p:cNvPr>
          <p:cNvSpPr>
            <a:spLocks noGrp="1"/>
          </p:cNvSpPr>
          <p:nvPr>
            <p:ph type="sldNum" sz="quarter" idx="5"/>
          </p:nvPr>
        </p:nvSpPr>
        <p:spPr/>
        <p:txBody>
          <a:bodyPr/>
          <a:lstStyle/>
          <a:p>
            <a:fld id="{63155276-2114-4288-A537-379EA644CDBE}" type="slidenum">
              <a:rPr lang="en-US" smtClean="0"/>
              <a:t>5</a:t>
            </a:fld>
            <a:endParaRPr lang="en-US" dirty="0"/>
          </a:p>
        </p:txBody>
      </p:sp>
    </p:spTree>
    <p:extLst>
      <p:ext uri="{BB962C8B-B14F-4D97-AF65-F5344CB8AC3E}">
        <p14:creationId xmlns:p14="http://schemas.microsoft.com/office/powerpoint/2010/main" val="3015679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B19A6-CE91-54B4-4112-7A9930FB3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83E661-2F68-2789-9B46-E4365F70A9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6DD74C-7B99-6EFB-7840-2B2D34E2765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0EEE91ED-D025-F511-E719-8FF1FD50F489}"/>
              </a:ext>
            </a:extLst>
          </p:cNvPr>
          <p:cNvSpPr>
            <a:spLocks noGrp="1"/>
          </p:cNvSpPr>
          <p:nvPr>
            <p:ph type="sldNum" sz="quarter" idx="5"/>
          </p:nvPr>
        </p:nvSpPr>
        <p:spPr/>
        <p:txBody>
          <a:bodyPr/>
          <a:lstStyle/>
          <a:p>
            <a:fld id="{63155276-2114-4288-A537-379EA644CDBE}" type="slidenum">
              <a:rPr lang="en-US" smtClean="0"/>
              <a:t>6</a:t>
            </a:fld>
            <a:endParaRPr lang="en-US" dirty="0"/>
          </a:p>
        </p:txBody>
      </p:sp>
    </p:spTree>
    <p:extLst>
      <p:ext uri="{BB962C8B-B14F-4D97-AF65-F5344CB8AC3E}">
        <p14:creationId xmlns:p14="http://schemas.microsoft.com/office/powerpoint/2010/main" val="425114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2/1/20XX</a:t>
            </a:r>
            <a:endParaRPr lang="en-US" dirty="0"/>
          </a:p>
        </p:txBody>
      </p:sp>
      <p:sp>
        <p:nvSpPr>
          <p:cNvPr id="5" name="Footer Placeholder 4"/>
          <p:cNvSpPr>
            <a:spLocks noGrp="1"/>
          </p:cNvSpPr>
          <p:nvPr>
            <p:ph type="ftr" sz="quarter" idx="11"/>
          </p:nvPr>
        </p:nvSpPr>
        <p:spPr>
          <a:xfrm>
            <a:off x="2416500" y="329307"/>
            <a:ext cx="4973915" cy="309201"/>
          </a:xfrm>
        </p:spPr>
        <p:txBody>
          <a:bodyPr/>
          <a:lstStyle/>
          <a:p>
            <a:r>
              <a:rPr lang="en-US"/>
              <a:t>Sample Footer Text</a:t>
            </a:r>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07CE569E-9B7C-4CB9-AB80-C0841F922CFF}" type="slidenum">
              <a:rPr lang="en-US" smtClean="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103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2/1/20XX</a:t>
            </a:r>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07CE569E-9B7C-4CB9-AB80-C0841F922CFF}" type="slidenum">
              <a:rPr lang="en-US" smtClean="0"/>
              <a:pPr/>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48921307"/>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2/1/20XX</a:t>
            </a:r>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07CE569E-9B7C-4CB9-AB80-C0841F922CFF}" type="slidenum">
              <a:rPr lang="en-US" smtClean="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24009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2/1/20XX</a:t>
            </a:r>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07CE569E-9B7C-4CB9-AB80-C0841F922CFF}" type="slidenum">
              <a:rPr lang="en-US" smtClean="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01274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2/1/20XX</a:t>
            </a:r>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07CE569E-9B7C-4CB9-AB80-C0841F922CFF}" type="slidenum">
              <a:rPr lang="en-US" smtClean="0"/>
              <a:pPr/>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93010654"/>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2/1/20XX</a:t>
            </a:r>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07CE569E-9B7C-4CB9-AB80-C0841F922CFF}" type="slidenum">
              <a:rPr lang="en-US" smtClean="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7799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2/1/20XX</a:t>
            </a:r>
            <a:endParaRPr lang="en-US" dirty="0"/>
          </a:p>
        </p:txBody>
      </p:sp>
      <p:sp>
        <p:nvSpPr>
          <p:cNvPr id="3" name="Footer Placeholder 2"/>
          <p:cNvSpPr>
            <a:spLocks noGrp="1"/>
          </p:cNvSpPr>
          <p:nvPr>
            <p:ph type="ftr" sz="quarter" idx="11"/>
          </p:nvPr>
        </p:nvSpPr>
        <p:spPr/>
        <p:txBody>
          <a:bodyPr/>
          <a:lstStyle/>
          <a:p>
            <a:r>
              <a:rPr lang="en-US"/>
              <a:t>Sample Footer Text</a:t>
            </a:r>
            <a:endParaRPr lang="en-US" dirty="0"/>
          </a:p>
        </p:txBody>
      </p:sp>
      <p:sp>
        <p:nvSpPr>
          <p:cNvPr id="4" name="Slide Number Placeholder 3"/>
          <p:cNvSpPr>
            <a:spLocks noGrp="1"/>
          </p:cNvSpPr>
          <p:nvPr>
            <p:ph type="sldNum" sz="quarter" idx="12"/>
          </p:nvPr>
        </p:nvSpPr>
        <p:spPr/>
        <p:txBody>
          <a:bodyPr/>
          <a:lstStyle/>
          <a:p>
            <a:fld id="{07CE569E-9B7C-4CB9-AB80-C0841F922CFF}" type="slidenum">
              <a:rPr lang="en-US" smtClean="0"/>
              <a:pPr/>
              <a:t>‹#›</a:t>
            </a:fld>
            <a:endParaRPr lang="en-US" dirty="0"/>
          </a:p>
        </p:txBody>
      </p:sp>
    </p:spTree>
    <p:extLst>
      <p:ext uri="{BB962C8B-B14F-4D97-AF65-F5344CB8AC3E}">
        <p14:creationId xmlns:p14="http://schemas.microsoft.com/office/powerpoint/2010/main" val="3671586036"/>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2/1/20XX</a:t>
            </a:r>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07CE569E-9B7C-4CB9-AB80-C0841F922CFF}" type="slidenum">
              <a:rPr lang="en-US" smtClean="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2786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2/1/20XX</a:t>
            </a:r>
            <a:endParaRPr lang="en-US" dirty="0"/>
          </a:p>
        </p:txBody>
      </p:sp>
      <p:sp>
        <p:nvSpPr>
          <p:cNvPr id="6" name="Footer Placeholder 5"/>
          <p:cNvSpPr>
            <a:spLocks noGrp="1"/>
          </p:cNvSpPr>
          <p:nvPr>
            <p:ph type="ftr" sz="quarter" idx="11"/>
          </p:nvPr>
        </p:nvSpPr>
        <p:spPr>
          <a:xfrm>
            <a:off x="1447382" y="318640"/>
            <a:ext cx="5541004" cy="320931"/>
          </a:xfrm>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07CE569E-9B7C-4CB9-AB80-C0841F922CFF}" type="slidenum">
              <a:rPr lang="en-US" smtClean="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24134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2/1/20XX</a:t>
            </a:r>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07CE569E-9B7C-4CB9-AB80-C0841F922CFF}" type="slidenum">
              <a:rPr lang="en-US" smtClean="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77274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2/1/20XX</a:t>
            </a:r>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07CE569E-9B7C-4CB9-AB80-C0841F922CFF}" type="slidenum">
              <a:rPr lang="en-US" smtClean="0"/>
              <a:pPr/>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63687083"/>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Quote">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D325DA79-98D3-4B75-A104-9B8CF2E52452}"/>
              </a:ext>
            </a:extLst>
          </p:cNvPr>
          <p:cNvSpPr>
            <a:spLocks noGrp="1"/>
          </p:cNvSpPr>
          <p:nvPr>
            <p:ph type="title"/>
          </p:nvPr>
        </p:nvSpPr>
        <p:spPr>
          <a:xfrm>
            <a:off x="751521" y="1732785"/>
            <a:ext cx="5263199" cy="1524000"/>
          </a:xfrm>
        </p:spPr>
        <p:txBody>
          <a:bodyPr>
            <a:noAutofit/>
          </a:bodyPr>
          <a:lstStyle>
            <a:lvl1pPr>
              <a:defRPr sz="4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0689288-6A1A-4457-8998-96D415487D06}"/>
              </a:ext>
            </a:extLst>
          </p:cNvPr>
          <p:cNvSpPr>
            <a:spLocks noGrp="1"/>
          </p:cNvSpPr>
          <p:nvPr>
            <p:ph sz="quarter" idx="15" hasCustomPrompt="1"/>
          </p:nvPr>
        </p:nvSpPr>
        <p:spPr>
          <a:xfrm>
            <a:off x="751521" y="3269458"/>
            <a:ext cx="5344477" cy="3092449"/>
          </a:xfrm>
        </p:spPr>
        <p:txBody>
          <a:bodyPr anchor="ctr">
            <a:noAutofit/>
          </a:bodyPr>
          <a:lstStyle>
            <a:lvl1pPr>
              <a:defRPr sz="2800"/>
            </a:lvl1pPr>
            <a:lvl2pPr>
              <a:defRPr sz="3600"/>
            </a:lvl2pPr>
            <a:lvl3pPr>
              <a:defRPr sz="3600"/>
            </a:lvl3pPr>
            <a:lvl4pPr>
              <a:defRPr sz="3600"/>
            </a:lvl4pPr>
            <a:lvl5pPr>
              <a:defRPr sz="3600"/>
            </a:lvl5pPr>
          </a:lstStyle>
          <a:p>
            <a:pPr lvl="0"/>
            <a:r>
              <a:rPr lang="en-US" dirty="0"/>
              <a:t>Object</a:t>
            </a:r>
          </a:p>
        </p:txBody>
      </p:sp>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r>
              <a:rPr lang="en-US"/>
              <a:t>2/1/20XX</a:t>
            </a:r>
            <a:endParaRPr lang="en-US" dirty="0"/>
          </a:p>
        </p:txBody>
      </p:sp>
      <p:sp>
        <p:nvSpPr>
          <p:cNvPr id="12" name="Picture Placeholder 11">
            <a:extLst>
              <a:ext uri="{FF2B5EF4-FFF2-40B4-BE49-F238E27FC236}">
                <a16:creationId xmlns:a16="http://schemas.microsoft.com/office/drawing/2014/main" id="{B0265BFC-F12F-4129-9A10-7A6D278A9C69}"/>
              </a:ext>
            </a:extLst>
          </p:cNvPr>
          <p:cNvSpPr>
            <a:spLocks noGrp="1"/>
          </p:cNvSpPr>
          <p:nvPr>
            <p:ph type="pic" sz="quarter" idx="13"/>
          </p:nvPr>
        </p:nvSpPr>
        <p:spPr>
          <a:xfrm>
            <a:off x="6435910" y="1"/>
            <a:ext cx="5756090" cy="3960681"/>
          </a:xfrm>
          <a:custGeom>
            <a:avLst/>
            <a:gdLst>
              <a:gd name="connsiteX0" fmla="*/ 0 w 5756090"/>
              <a:gd name="connsiteY0" fmla="*/ 0 h 3960681"/>
              <a:gd name="connsiteX1" fmla="*/ 5756090 w 5756090"/>
              <a:gd name="connsiteY1" fmla="*/ 0 h 3960681"/>
              <a:gd name="connsiteX2" fmla="*/ 5756090 w 5756090"/>
              <a:gd name="connsiteY2" fmla="*/ 3463038 h 3960681"/>
              <a:gd name="connsiteX3" fmla="*/ 5558511 w 5756090"/>
              <a:gd name="connsiteY3" fmla="*/ 3561320 h 3960681"/>
              <a:gd name="connsiteX4" fmla="*/ 3480391 w 5756090"/>
              <a:gd name="connsiteY4" fmla="*/ 3940416 h 3960681"/>
              <a:gd name="connsiteX5" fmla="*/ 1605774 w 5756090"/>
              <a:gd name="connsiteY5" fmla="*/ 2854397 h 3960681"/>
              <a:gd name="connsiteX6" fmla="*/ 74389 w 5756090"/>
              <a:gd name="connsiteY6" fmla="*/ 325223 h 3960681"/>
              <a:gd name="connsiteX7" fmla="*/ 16895 w 5756090"/>
              <a:gd name="connsiteY7" fmla="*/ 104576 h 3960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56090" h="3960681">
                <a:moveTo>
                  <a:pt x="0" y="0"/>
                </a:moveTo>
                <a:lnTo>
                  <a:pt x="5756090" y="0"/>
                </a:lnTo>
                <a:lnTo>
                  <a:pt x="5756090" y="3463038"/>
                </a:lnTo>
                <a:lnTo>
                  <a:pt x="5558511" y="3561320"/>
                </a:lnTo>
                <a:cubicBezTo>
                  <a:pt x="4879339" y="3874528"/>
                  <a:pt x="4103797" y="4016776"/>
                  <a:pt x="3480391" y="3940416"/>
                </a:cubicBezTo>
                <a:cubicBezTo>
                  <a:pt x="2751968" y="3851461"/>
                  <a:pt x="2103010" y="3410677"/>
                  <a:pt x="1605774" y="2854397"/>
                </a:cubicBezTo>
                <a:cubicBezTo>
                  <a:pt x="1278696" y="2488237"/>
                  <a:pt x="377050" y="1320622"/>
                  <a:pt x="74389" y="325223"/>
                </a:cubicBezTo>
                <a:cubicBezTo>
                  <a:pt x="51690" y="250568"/>
                  <a:pt x="32361" y="176882"/>
                  <a:pt x="16895" y="104576"/>
                </a:cubicBezTo>
                <a:close/>
              </a:path>
            </a:pathLst>
          </a:custGeom>
          <a:solidFill>
            <a:schemeClr val="accent3"/>
          </a:solidFill>
        </p:spPr>
        <p:txBody>
          <a:bodyPr wrap="square" anchor="ctr">
            <a:noAutofit/>
          </a:bodyPr>
          <a:lstStyle>
            <a:lvl1pPr algn="ctr">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55CAD1C3-A879-4B95-B5C1-4D7B725EB70F}"/>
              </a:ext>
            </a:extLst>
          </p:cNvPr>
          <p:cNvSpPr>
            <a:spLocks noGrp="1"/>
          </p:cNvSpPr>
          <p:nvPr>
            <p:ph type="pic" sz="quarter" idx="14"/>
          </p:nvPr>
        </p:nvSpPr>
        <p:spPr>
          <a:xfrm>
            <a:off x="3028871" y="4949374"/>
            <a:ext cx="5796193" cy="1908627"/>
          </a:xfrm>
          <a:custGeom>
            <a:avLst/>
            <a:gdLst>
              <a:gd name="connsiteX0" fmla="*/ 3174283 w 5796193"/>
              <a:gd name="connsiteY0" fmla="*/ 18 h 1908627"/>
              <a:gd name="connsiteX1" fmla="*/ 5218462 w 5796193"/>
              <a:gd name="connsiteY1" fmla="*/ 1459807 h 1908627"/>
              <a:gd name="connsiteX2" fmla="*/ 5309125 w 5796193"/>
              <a:gd name="connsiteY2" fmla="*/ 1537598 h 1908627"/>
              <a:gd name="connsiteX3" fmla="*/ 5693890 w 5796193"/>
              <a:gd name="connsiteY3" fmla="*/ 1830997 h 1908627"/>
              <a:gd name="connsiteX4" fmla="*/ 5796193 w 5796193"/>
              <a:gd name="connsiteY4" fmla="*/ 1908627 h 1908627"/>
              <a:gd name="connsiteX5" fmla="*/ 0 w 5796193"/>
              <a:gd name="connsiteY5" fmla="*/ 1908627 h 1908627"/>
              <a:gd name="connsiteX6" fmla="*/ 36796 w 5796193"/>
              <a:gd name="connsiteY6" fmla="*/ 1862978 h 1908627"/>
              <a:gd name="connsiteX7" fmla="*/ 930039 w 5796193"/>
              <a:gd name="connsiteY7" fmla="*/ 1021399 h 1908627"/>
              <a:gd name="connsiteX8" fmla="*/ 3174283 w 5796193"/>
              <a:gd name="connsiteY8" fmla="*/ 18 h 190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96193" h="1908627">
                <a:moveTo>
                  <a:pt x="3174283" y="18"/>
                </a:moveTo>
                <a:cubicBezTo>
                  <a:pt x="3946119" y="-4705"/>
                  <a:pt x="4675803" y="959667"/>
                  <a:pt x="5218462" y="1459807"/>
                </a:cubicBezTo>
                <a:cubicBezTo>
                  <a:pt x="5237529" y="1477442"/>
                  <a:pt x="5268648" y="1503898"/>
                  <a:pt x="5309125" y="1537598"/>
                </a:cubicBezTo>
                <a:cubicBezTo>
                  <a:pt x="5427311" y="1636255"/>
                  <a:pt x="5560174" y="1732098"/>
                  <a:pt x="5693890" y="1830997"/>
                </a:cubicBezTo>
                <a:lnTo>
                  <a:pt x="5796193" y="1908627"/>
                </a:lnTo>
                <a:lnTo>
                  <a:pt x="0" y="1908627"/>
                </a:lnTo>
                <a:lnTo>
                  <a:pt x="36796" y="1862978"/>
                </a:lnTo>
                <a:cubicBezTo>
                  <a:pt x="326152" y="1521692"/>
                  <a:pt x="689989" y="1221705"/>
                  <a:pt x="930039" y="1021399"/>
                </a:cubicBezTo>
                <a:cubicBezTo>
                  <a:pt x="1540951" y="511494"/>
                  <a:pt x="2324829" y="5378"/>
                  <a:pt x="3174283" y="18"/>
                </a:cubicBezTo>
                <a:close/>
              </a:path>
            </a:pathLst>
          </a:custGeom>
          <a:solidFill>
            <a:schemeClr val="accent3"/>
          </a:solidFill>
        </p:spPr>
        <p:txBody>
          <a:bodyPr wrap="square" anchor="b">
            <a:noAutofit/>
          </a:bodyPr>
          <a:lstStyle>
            <a:lvl1pPr algn="ctr">
              <a:defRPr/>
            </a:lvl1pPr>
          </a:lstStyle>
          <a:p>
            <a:r>
              <a:rPr lang="en-US"/>
              <a:t>Click icon to add picture</a:t>
            </a:r>
            <a:endParaRPr lang="en-US" dirty="0"/>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dirty="0"/>
          </a:p>
        </p:txBody>
      </p:sp>
      <p:sp>
        <p:nvSpPr>
          <p:cNvPr id="6" name="Freeform: Shape 5">
            <a:extLst>
              <a:ext uri="{FF2B5EF4-FFF2-40B4-BE49-F238E27FC236}">
                <a16:creationId xmlns:a16="http://schemas.microsoft.com/office/drawing/2014/main" id="{89AC3B5B-97EB-4572-B908-B16581013B94}"/>
              </a:ext>
              <a:ext uri="{C183D7F6-B498-43B3-948B-1728B52AA6E4}">
                <adec:decorative xmlns:adec="http://schemas.microsoft.com/office/drawing/2017/decorative" val="1"/>
              </a:ext>
            </a:extLst>
          </p:cNvPr>
          <p:cNvSpPr/>
          <p:nvPr userDrawn="1"/>
        </p:nvSpPr>
        <p:spPr>
          <a:xfrm>
            <a:off x="6674051" y="-22158"/>
            <a:ext cx="5517949" cy="4594156"/>
          </a:xfrm>
          <a:custGeom>
            <a:avLst/>
            <a:gdLst>
              <a:gd name="connsiteX0" fmla="*/ 0 w 5756090"/>
              <a:gd name="connsiteY0" fmla="*/ 0 h 3960681"/>
              <a:gd name="connsiteX1" fmla="*/ 5756090 w 5756090"/>
              <a:gd name="connsiteY1" fmla="*/ 0 h 3960681"/>
              <a:gd name="connsiteX2" fmla="*/ 5756090 w 5756090"/>
              <a:gd name="connsiteY2" fmla="*/ 3463038 h 3960681"/>
              <a:gd name="connsiteX3" fmla="*/ 5558511 w 5756090"/>
              <a:gd name="connsiteY3" fmla="*/ 3561320 h 3960681"/>
              <a:gd name="connsiteX4" fmla="*/ 3480391 w 5756090"/>
              <a:gd name="connsiteY4" fmla="*/ 3940416 h 3960681"/>
              <a:gd name="connsiteX5" fmla="*/ 1605774 w 5756090"/>
              <a:gd name="connsiteY5" fmla="*/ 2854397 h 3960681"/>
              <a:gd name="connsiteX6" fmla="*/ 74389 w 5756090"/>
              <a:gd name="connsiteY6" fmla="*/ 325223 h 3960681"/>
              <a:gd name="connsiteX7" fmla="*/ 16895 w 5756090"/>
              <a:gd name="connsiteY7" fmla="*/ 104576 h 3960681"/>
              <a:gd name="connsiteX0" fmla="*/ 5739463 w 5739463"/>
              <a:gd name="connsiteY0" fmla="*/ 0 h 3960681"/>
              <a:gd name="connsiteX1" fmla="*/ 5739463 w 5739463"/>
              <a:gd name="connsiteY1" fmla="*/ 3463038 h 3960681"/>
              <a:gd name="connsiteX2" fmla="*/ 5541884 w 5739463"/>
              <a:gd name="connsiteY2" fmla="*/ 3561320 h 3960681"/>
              <a:gd name="connsiteX3" fmla="*/ 3463764 w 5739463"/>
              <a:gd name="connsiteY3" fmla="*/ 3940416 h 3960681"/>
              <a:gd name="connsiteX4" fmla="*/ 1589147 w 5739463"/>
              <a:gd name="connsiteY4" fmla="*/ 2854397 h 3960681"/>
              <a:gd name="connsiteX5" fmla="*/ 57762 w 5739463"/>
              <a:gd name="connsiteY5" fmla="*/ 325223 h 3960681"/>
              <a:gd name="connsiteX6" fmla="*/ 268 w 5739463"/>
              <a:gd name="connsiteY6" fmla="*/ 104576 h 3960681"/>
              <a:gd name="connsiteX7" fmla="*/ 79475 w 5739463"/>
              <a:gd name="connsiteY7" fmla="*/ 79214 h 3960681"/>
              <a:gd name="connsiteX0" fmla="*/ 5739195 w 5739195"/>
              <a:gd name="connsiteY0" fmla="*/ 0 h 3960681"/>
              <a:gd name="connsiteX1" fmla="*/ 5739195 w 5739195"/>
              <a:gd name="connsiteY1" fmla="*/ 3463038 h 3960681"/>
              <a:gd name="connsiteX2" fmla="*/ 5541616 w 5739195"/>
              <a:gd name="connsiteY2" fmla="*/ 3561320 h 3960681"/>
              <a:gd name="connsiteX3" fmla="*/ 3463496 w 5739195"/>
              <a:gd name="connsiteY3" fmla="*/ 3940416 h 3960681"/>
              <a:gd name="connsiteX4" fmla="*/ 1588879 w 5739195"/>
              <a:gd name="connsiteY4" fmla="*/ 2854397 h 3960681"/>
              <a:gd name="connsiteX5" fmla="*/ 57494 w 5739195"/>
              <a:gd name="connsiteY5" fmla="*/ 325223 h 3960681"/>
              <a:gd name="connsiteX6" fmla="*/ 0 w 5739195"/>
              <a:gd name="connsiteY6" fmla="*/ 104576 h 3960681"/>
              <a:gd name="connsiteX0" fmla="*/ 5739195 w 5739195"/>
              <a:gd name="connsiteY0" fmla="*/ 3358462 h 3856105"/>
              <a:gd name="connsiteX1" fmla="*/ 5541616 w 5739195"/>
              <a:gd name="connsiteY1" fmla="*/ 3456744 h 3856105"/>
              <a:gd name="connsiteX2" fmla="*/ 3463496 w 5739195"/>
              <a:gd name="connsiteY2" fmla="*/ 3835840 h 3856105"/>
              <a:gd name="connsiteX3" fmla="*/ 1588879 w 5739195"/>
              <a:gd name="connsiteY3" fmla="*/ 2749821 h 3856105"/>
              <a:gd name="connsiteX4" fmla="*/ 57494 w 5739195"/>
              <a:gd name="connsiteY4" fmla="*/ 220647 h 3856105"/>
              <a:gd name="connsiteX5" fmla="*/ 0 w 5739195"/>
              <a:gd name="connsiteY5" fmla="*/ 0 h 3856105"/>
              <a:gd name="connsiteX0" fmla="*/ 5799259 w 5799259"/>
              <a:gd name="connsiteY0" fmla="*/ 3482233 h 3979876"/>
              <a:gd name="connsiteX1" fmla="*/ 5601680 w 5799259"/>
              <a:gd name="connsiteY1" fmla="*/ 3580515 h 3979876"/>
              <a:gd name="connsiteX2" fmla="*/ 3523560 w 5799259"/>
              <a:gd name="connsiteY2" fmla="*/ 3959611 h 3979876"/>
              <a:gd name="connsiteX3" fmla="*/ 1648943 w 5799259"/>
              <a:gd name="connsiteY3" fmla="*/ 2873592 h 3979876"/>
              <a:gd name="connsiteX4" fmla="*/ 117558 w 5799259"/>
              <a:gd name="connsiteY4" fmla="*/ 344418 h 3979876"/>
              <a:gd name="connsiteX5" fmla="*/ 0 w 5799259"/>
              <a:gd name="connsiteY5" fmla="*/ 0 h 3979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99259" h="3979876">
                <a:moveTo>
                  <a:pt x="5799259" y="3482233"/>
                </a:moveTo>
                <a:lnTo>
                  <a:pt x="5601680" y="3580515"/>
                </a:lnTo>
                <a:cubicBezTo>
                  <a:pt x="4922508" y="3893723"/>
                  <a:pt x="4146966" y="4035971"/>
                  <a:pt x="3523560" y="3959611"/>
                </a:cubicBezTo>
                <a:cubicBezTo>
                  <a:pt x="2795137" y="3870656"/>
                  <a:pt x="2146179" y="3429872"/>
                  <a:pt x="1648943" y="2873592"/>
                </a:cubicBezTo>
                <a:cubicBezTo>
                  <a:pt x="1321865" y="2507432"/>
                  <a:pt x="420219" y="1339817"/>
                  <a:pt x="117558" y="344418"/>
                </a:cubicBezTo>
                <a:cubicBezTo>
                  <a:pt x="94859" y="269763"/>
                  <a:pt x="15466" y="72306"/>
                  <a:pt x="0" y="0"/>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27810382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Introduction">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CEB7F18-992B-4D56-A388-738859C8B35E}"/>
              </a:ext>
            </a:extLst>
          </p:cNvPr>
          <p:cNvSpPr>
            <a:spLocks noGrp="1"/>
          </p:cNvSpPr>
          <p:nvPr>
            <p:ph type="title"/>
          </p:nvPr>
        </p:nvSpPr>
        <p:spPr>
          <a:xfrm>
            <a:off x="2286000" y="1532083"/>
            <a:ext cx="4572000" cy="1524000"/>
          </a:xfrm>
        </p:spPr>
        <p:txBody>
          <a:bodyPr anchor="t" anchorCtr="0">
            <a:normAutofit/>
          </a:bodyPr>
          <a:lstStyle/>
          <a:p>
            <a:r>
              <a:rPr lang="en-US" sz="3200"/>
              <a:t>Click to edit Master title style</a:t>
            </a:r>
            <a:endParaRPr lang="en-US" sz="3200" dirty="0"/>
          </a:p>
        </p:txBody>
      </p:sp>
      <p:sp>
        <p:nvSpPr>
          <p:cNvPr id="14" name="Picture Placeholder 13">
            <a:extLst>
              <a:ext uri="{FF2B5EF4-FFF2-40B4-BE49-F238E27FC236}">
                <a16:creationId xmlns:a16="http://schemas.microsoft.com/office/drawing/2014/main" id="{7410AC2D-D649-4FCA-87C1-EDB34FCC4ACF}"/>
              </a:ext>
            </a:extLst>
          </p:cNvPr>
          <p:cNvSpPr>
            <a:spLocks noGrp="1"/>
          </p:cNvSpPr>
          <p:nvPr>
            <p:ph type="pic" sz="quarter" idx="13"/>
          </p:nvPr>
        </p:nvSpPr>
        <p:spPr>
          <a:xfrm>
            <a:off x="1" y="348939"/>
            <a:ext cx="1588691" cy="5824901"/>
          </a:xfrm>
          <a:custGeom>
            <a:avLst/>
            <a:gdLst>
              <a:gd name="connsiteX0" fmla="*/ 0 w 1588691"/>
              <a:gd name="connsiteY0" fmla="*/ 0 h 5824901"/>
              <a:gd name="connsiteX1" fmla="*/ 103414 w 1588691"/>
              <a:gd name="connsiteY1" fmla="*/ 24689 h 5824901"/>
              <a:gd name="connsiteX2" fmla="*/ 1566944 w 1588691"/>
              <a:gd name="connsiteY2" fmla="*/ 1831178 h 5824901"/>
              <a:gd name="connsiteX3" fmla="*/ 1239184 w 1588691"/>
              <a:gd name="connsiteY3" fmla="*/ 4894084 h 5824901"/>
              <a:gd name="connsiteX4" fmla="*/ 1161636 w 1588691"/>
              <a:gd name="connsiteY4" fmla="*/ 5234403 h 5824901"/>
              <a:gd name="connsiteX5" fmla="*/ 1036423 w 1588691"/>
              <a:gd name="connsiteY5" fmla="*/ 5540389 h 5824901"/>
              <a:gd name="connsiteX6" fmla="*/ 693532 w 1588691"/>
              <a:gd name="connsiteY6" fmla="*/ 5797870 h 5824901"/>
              <a:gd name="connsiteX7" fmla="*/ 66690 w 1588691"/>
              <a:gd name="connsiteY7" fmla="*/ 5718123 h 5824901"/>
              <a:gd name="connsiteX8" fmla="*/ 0 w 1588691"/>
              <a:gd name="connsiteY8" fmla="*/ 5671830 h 5824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8691" h="5824901">
                <a:moveTo>
                  <a:pt x="0" y="0"/>
                </a:moveTo>
                <a:lnTo>
                  <a:pt x="103414" y="24689"/>
                </a:lnTo>
                <a:cubicBezTo>
                  <a:pt x="796911" y="207091"/>
                  <a:pt x="1441617" y="614618"/>
                  <a:pt x="1566944" y="1831178"/>
                </a:cubicBezTo>
                <a:cubicBezTo>
                  <a:pt x="1657898" y="2711366"/>
                  <a:pt x="1447138" y="3830385"/>
                  <a:pt x="1239184" y="4894084"/>
                </a:cubicBezTo>
                <a:cubicBezTo>
                  <a:pt x="1217336" y="5005703"/>
                  <a:pt x="1193458" y="5122919"/>
                  <a:pt x="1161636" y="5234403"/>
                </a:cubicBezTo>
                <a:cubicBezTo>
                  <a:pt x="1129815" y="5345896"/>
                  <a:pt x="1090045" y="5451664"/>
                  <a:pt x="1036423" y="5540389"/>
                </a:cubicBezTo>
                <a:cubicBezTo>
                  <a:pt x="931907" y="5713703"/>
                  <a:pt x="805230" y="5770918"/>
                  <a:pt x="693532" y="5797870"/>
                </a:cubicBezTo>
                <a:cubicBezTo>
                  <a:pt x="465914" y="5852471"/>
                  <a:pt x="252946" y="5823597"/>
                  <a:pt x="66690" y="5718123"/>
                </a:cubicBezTo>
                <a:lnTo>
                  <a:pt x="0" y="5671830"/>
                </a:lnTo>
                <a:close/>
              </a:path>
            </a:pathLst>
          </a:custGeom>
          <a:solidFill>
            <a:schemeClr val="accent3"/>
          </a:solidFill>
        </p:spPr>
        <p:txBody>
          <a:bodyPr wrap="square">
            <a:noAutofit/>
          </a:bodyPr>
          <a:lstStyle/>
          <a:p>
            <a:r>
              <a:rPr lang="en-US"/>
              <a:t>Click icon to add picture</a:t>
            </a:r>
            <a:endParaRPr lang="en-US" dirty="0"/>
          </a:p>
        </p:txBody>
      </p:sp>
      <p:sp>
        <p:nvSpPr>
          <p:cNvPr id="10" name="Content Placeholder 2">
            <a:extLst>
              <a:ext uri="{FF2B5EF4-FFF2-40B4-BE49-F238E27FC236}">
                <a16:creationId xmlns:a16="http://schemas.microsoft.com/office/drawing/2014/main" id="{34CAECC1-22E5-4CFE-997A-335F9A86186C}"/>
              </a:ext>
            </a:extLst>
          </p:cNvPr>
          <p:cNvSpPr>
            <a:spLocks noGrp="1"/>
          </p:cNvSpPr>
          <p:nvPr>
            <p:ph idx="1"/>
          </p:nvPr>
        </p:nvSpPr>
        <p:spPr>
          <a:xfrm>
            <a:off x="2286000" y="3056083"/>
            <a:ext cx="5334000" cy="3048000"/>
          </a:xfrm>
        </p:spPr>
        <p:txBody>
          <a:bodyPr>
            <a:normAutofit/>
          </a:bodyPr>
          <a:lstStyle/>
          <a:p>
            <a:pPr marL="0" lvl="0" indent="0">
              <a:buNone/>
            </a:pPr>
            <a:r>
              <a:rPr lang="en-US"/>
              <a:t>Click to edit Master text styles</a:t>
            </a:r>
          </a:p>
        </p:txBody>
      </p:sp>
      <p:sp>
        <p:nvSpPr>
          <p:cNvPr id="17" name="Picture Placeholder 16">
            <a:extLst>
              <a:ext uri="{FF2B5EF4-FFF2-40B4-BE49-F238E27FC236}">
                <a16:creationId xmlns:a16="http://schemas.microsoft.com/office/drawing/2014/main" id="{339634C0-6EDF-41E8-9316-1B98AB767953}"/>
              </a:ext>
            </a:extLst>
          </p:cNvPr>
          <p:cNvSpPr>
            <a:spLocks noGrp="1"/>
          </p:cNvSpPr>
          <p:nvPr>
            <p:ph type="pic" sz="quarter" idx="14"/>
          </p:nvPr>
        </p:nvSpPr>
        <p:spPr>
          <a:xfrm>
            <a:off x="6107466" y="0"/>
            <a:ext cx="5820495" cy="2302951"/>
          </a:xfrm>
          <a:custGeom>
            <a:avLst/>
            <a:gdLst>
              <a:gd name="connsiteX0" fmla="*/ 5820495 w 5820495"/>
              <a:gd name="connsiteY0" fmla="*/ 0 h 2302951"/>
              <a:gd name="connsiteX1" fmla="*/ 5709901 w 5820495"/>
              <a:gd name="connsiteY1" fmla="*/ 213767 h 2302951"/>
              <a:gd name="connsiteX2" fmla="*/ 4932484 w 5820495"/>
              <a:gd name="connsiteY2" fmla="*/ 1340037 h 2302951"/>
              <a:gd name="connsiteX3" fmla="*/ 3361812 w 5820495"/>
              <a:gd name="connsiteY3" fmla="*/ 2268288 h 2302951"/>
              <a:gd name="connsiteX4" fmla="*/ 286590 w 5820495"/>
              <a:gd name="connsiteY4" fmla="*/ 1322723 h 2302951"/>
              <a:gd name="connsiteX5" fmla="*/ 251827 w 5820495"/>
              <a:gd name="connsiteY5" fmla="*/ 87954 h 2302951"/>
              <a:gd name="connsiteX6" fmla="*/ 331088 w 5820495"/>
              <a:gd name="connsiteY6" fmla="*/ 1 h 2302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20495" h="2302951">
                <a:moveTo>
                  <a:pt x="5820495" y="0"/>
                </a:moveTo>
                <a:lnTo>
                  <a:pt x="5709901" y="213767"/>
                </a:lnTo>
                <a:cubicBezTo>
                  <a:pt x="5432870" y="711271"/>
                  <a:pt x="5095501" y="1152644"/>
                  <a:pt x="4932484" y="1340037"/>
                </a:cubicBezTo>
                <a:cubicBezTo>
                  <a:pt x="4535941" y="1795563"/>
                  <a:pt x="3997054" y="2167493"/>
                  <a:pt x="3361812" y="2268288"/>
                </a:cubicBezTo>
                <a:cubicBezTo>
                  <a:pt x="2395335" y="2421964"/>
                  <a:pt x="953448" y="2057186"/>
                  <a:pt x="286590" y="1322723"/>
                </a:cubicBezTo>
                <a:cubicBezTo>
                  <a:pt x="-136160" y="857206"/>
                  <a:pt x="-42091" y="443734"/>
                  <a:pt x="251827" y="87954"/>
                </a:cubicBezTo>
                <a:lnTo>
                  <a:pt x="331088" y="1"/>
                </a:lnTo>
                <a:close/>
              </a:path>
            </a:pathLst>
          </a:custGeom>
          <a:solidFill>
            <a:schemeClr val="accent3"/>
          </a:solidFill>
        </p:spPr>
        <p:txBody>
          <a:bodyPr wrap="square">
            <a:noAutofit/>
          </a:bodyPr>
          <a:lstStyle/>
          <a:p>
            <a:r>
              <a:rPr lang="en-US"/>
              <a:t>Click icon to add picture</a:t>
            </a:r>
            <a:endParaRPr lang="en-US" dirty="0"/>
          </a:p>
        </p:txBody>
      </p:sp>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r>
              <a:rPr lang="en-US"/>
              <a:t>2/1/20XX</a:t>
            </a:r>
            <a:endParaRPr lang="en-US" dirty="0"/>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r>
              <a:rPr lang="en-US" dirty="0"/>
              <a:t>Sample Footer Text</a:t>
            </a:r>
          </a:p>
        </p:txBody>
      </p:sp>
      <p:sp>
        <p:nvSpPr>
          <p:cNvPr id="20" name="Picture Placeholder 19">
            <a:extLst>
              <a:ext uri="{FF2B5EF4-FFF2-40B4-BE49-F238E27FC236}">
                <a16:creationId xmlns:a16="http://schemas.microsoft.com/office/drawing/2014/main" id="{2E3C79F9-E136-43AA-88A7-931391EEFE82}"/>
              </a:ext>
            </a:extLst>
          </p:cNvPr>
          <p:cNvSpPr>
            <a:spLocks noGrp="1"/>
          </p:cNvSpPr>
          <p:nvPr>
            <p:ph type="pic" sz="quarter" idx="15"/>
          </p:nvPr>
        </p:nvSpPr>
        <p:spPr>
          <a:xfrm>
            <a:off x="7961955" y="3048002"/>
            <a:ext cx="4230047" cy="3809998"/>
          </a:xfrm>
          <a:custGeom>
            <a:avLst/>
            <a:gdLst>
              <a:gd name="connsiteX0" fmla="*/ 2183095 w 4230047"/>
              <a:gd name="connsiteY0" fmla="*/ 18 h 3809998"/>
              <a:gd name="connsiteX1" fmla="*/ 3425027 w 4230047"/>
              <a:gd name="connsiteY1" fmla="*/ 1440808 h 3809998"/>
              <a:gd name="connsiteX2" fmla="*/ 3480109 w 4230047"/>
              <a:gd name="connsiteY2" fmla="*/ 1517586 h 3809998"/>
              <a:gd name="connsiteX3" fmla="*/ 4221130 w 4230047"/>
              <a:gd name="connsiteY3" fmla="*/ 2801399 h 3809998"/>
              <a:gd name="connsiteX4" fmla="*/ 4230047 w 4230047"/>
              <a:gd name="connsiteY4" fmla="*/ 2899961 h 3809998"/>
              <a:gd name="connsiteX5" fmla="*/ 4230047 w 4230047"/>
              <a:gd name="connsiteY5" fmla="*/ 3224568 h 3809998"/>
              <a:gd name="connsiteX6" fmla="*/ 4220577 w 4230047"/>
              <a:gd name="connsiteY6" fmla="*/ 3329167 h 3809998"/>
              <a:gd name="connsiteX7" fmla="*/ 4108028 w 4230047"/>
              <a:gd name="connsiteY7" fmla="*/ 3749750 h 3809998"/>
              <a:gd name="connsiteX8" fmla="*/ 4077743 w 4230047"/>
              <a:gd name="connsiteY8" fmla="*/ 3809998 h 3809998"/>
              <a:gd name="connsiteX9" fmla="*/ 892220 w 4230047"/>
              <a:gd name="connsiteY9" fmla="*/ 3809998 h 3809998"/>
              <a:gd name="connsiteX10" fmla="*/ 840654 w 4230047"/>
              <a:gd name="connsiteY10" fmla="*/ 3790763 h 3809998"/>
              <a:gd name="connsiteX11" fmla="*/ 5750 w 4230047"/>
              <a:gd name="connsiteY11" fmla="*/ 2913921 h 3809998"/>
              <a:gd name="connsiteX12" fmla="*/ 819614 w 4230047"/>
              <a:gd name="connsiteY12" fmla="*/ 1008105 h 3809998"/>
              <a:gd name="connsiteX13" fmla="*/ 2183095 w 4230047"/>
              <a:gd name="connsiteY13" fmla="*/ 18 h 380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30047" h="3809998">
                <a:moveTo>
                  <a:pt x="2183095" y="18"/>
                </a:moveTo>
                <a:cubicBezTo>
                  <a:pt x="2652021" y="-4644"/>
                  <a:pt x="3095337" y="947177"/>
                  <a:pt x="3425027" y="1440808"/>
                </a:cubicBezTo>
                <a:cubicBezTo>
                  <a:pt x="3436611" y="1458213"/>
                  <a:pt x="3455517" y="1484325"/>
                  <a:pt x="3480109" y="1517586"/>
                </a:cubicBezTo>
                <a:cubicBezTo>
                  <a:pt x="3749371" y="1882737"/>
                  <a:pt x="4144039" y="2208821"/>
                  <a:pt x="4221130" y="2801399"/>
                </a:cubicBezTo>
                <a:lnTo>
                  <a:pt x="4230047" y="2899961"/>
                </a:lnTo>
                <a:lnTo>
                  <a:pt x="4230047" y="3224568"/>
                </a:lnTo>
                <a:lnTo>
                  <a:pt x="4220577" y="3329167"/>
                </a:lnTo>
                <a:cubicBezTo>
                  <a:pt x="4200561" y="3491518"/>
                  <a:pt x="4161725" y="3630719"/>
                  <a:pt x="4108028" y="3749750"/>
                </a:cubicBezTo>
                <a:lnTo>
                  <a:pt x="4077743" y="3809998"/>
                </a:lnTo>
                <a:lnTo>
                  <a:pt x="892220" y="3809998"/>
                </a:lnTo>
                <a:lnTo>
                  <a:pt x="840654" y="3790763"/>
                </a:lnTo>
                <a:cubicBezTo>
                  <a:pt x="487979" y="3656637"/>
                  <a:pt x="58498" y="3454097"/>
                  <a:pt x="5750" y="2913921"/>
                </a:cubicBezTo>
                <a:cubicBezTo>
                  <a:pt x="-64577" y="2192439"/>
                  <a:pt x="527932" y="1403503"/>
                  <a:pt x="819614" y="1008105"/>
                </a:cubicBezTo>
                <a:cubicBezTo>
                  <a:pt x="1190771" y="504837"/>
                  <a:pt x="1667013" y="5308"/>
                  <a:pt x="2183095" y="18"/>
                </a:cubicBezTo>
                <a:close/>
              </a:path>
            </a:pathLst>
          </a:custGeom>
          <a:solidFill>
            <a:schemeClr val="accent3"/>
          </a:solidFill>
        </p:spPr>
        <p:txBody>
          <a:bodyPr wrap="square">
            <a:noAutofit/>
          </a:bodyPr>
          <a:lstStyle/>
          <a:p>
            <a:r>
              <a:rPr lang="en-US"/>
              <a:t>Click icon to add picture</a:t>
            </a:r>
            <a:endParaRPr lang="en-US" dirty="0"/>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081570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Section Break">
    <p:spTree>
      <p:nvGrpSpPr>
        <p:cNvPr id="1" name=""/>
        <p:cNvGrpSpPr/>
        <p:nvPr/>
      </p:nvGrpSpPr>
      <p:grpSpPr>
        <a:xfrm>
          <a:off x="0" y="0"/>
          <a:ext cx="0" cy="0"/>
          <a:chOff x="0" y="0"/>
          <a:chExt cx="0" cy="0"/>
        </a:xfrm>
      </p:grpSpPr>
      <p:sp>
        <p:nvSpPr>
          <p:cNvPr id="12" name="Title 20">
            <a:extLst>
              <a:ext uri="{FF2B5EF4-FFF2-40B4-BE49-F238E27FC236}">
                <a16:creationId xmlns:a16="http://schemas.microsoft.com/office/drawing/2014/main" id="{368B2638-FA1E-41E2-9B2C-03BEFBE5413A}"/>
              </a:ext>
            </a:extLst>
          </p:cNvPr>
          <p:cNvSpPr>
            <a:spLocks noGrp="1"/>
          </p:cNvSpPr>
          <p:nvPr>
            <p:ph type="ctrTitle"/>
          </p:nvPr>
        </p:nvSpPr>
        <p:spPr>
          <a:xfrm>
            <a:off x="5334000" y="2269050"/>
            <a:ext cx="3810000" cy="2286000"/>
          </a:xfrm>
        </p:spPr>
        <p:txBody>
          <a:bodyPr>
            <a:normAutofit/>
          </a:bodyPr>
          <a:lstStyle/>
          <a:p>
            <a:pPr algn="l"/>
            <a:r>
              <a:rPr lang="en-US" sz="4400"/>
              <a:t>Click to edit Master title style</a:t>
            </a:r>
            <a:endParaRPr lang="en-US" sz="4400" dirty="0"/>
          </a:p>
        </p:txBody>
      </p:sp>
      <p:sp>
        <p:nvSpPr>
          <p:cNvPr id="13" name="Subtitle 21">
            <a:extLst>
              <a:ext uri="{FF2B5EF4-FFF2-40B4-BE49-F238E27FC236}">
                <a16:creationId xmlns:a16="http://schemas.microsoft.com/office/drawing/2014/main" id="{6865B251-150D-4D65-9390-CDECD91E6672}"/>
              </a:ext>
            </a:extLst>
          </p:cNvPr>
          <p:cNvSpPr>
            <a:spLocks noGrp="1"/>
          </p:cNvSpPr>
          <p:nvPr>
            <p:ph type="subTitle" idx="1"/>
          </p:nvPr>
        </p:nvSpPr>
        <p:spPr>
          <a:xfrm>
            <a:off x="5334000" y="4571999"/>
            <a:ext cx="4594502" cy="1524000"/>
          </a:xfrm>
        </p:spPr>
        <p:txBody>
          <a:bodyPr anchor="b" anchorCtr="0"/>
          <a:lstStyle/>
          <a:p>
            <a:pPr algn="l"/>
            <a:r>
              <a:rPr lang="en-US"/>
              <a:t>Click to edit Master subtitle style</a:t>
            </a:r>
            <a:endParaRPr lang="en-US" dirty="0"/>
          </a:p>
        </p:txBody>
      </p:sp>
      <p:sp>
        <p:nvSpPr>
          <p:cNvPr id="16" name="Picture Placeholder 15">
            <a:extLst>
              <a:ext uri="{FF2B5EF4-FFF2-40B4-BE49-F238E27FC236}">
                <a16:creationId xmlns:a16="http://schemas.microsoft.com/office/drawing/2014/main" id="{5279B96F-4DCD-41B1-80AC-F06ECD712F69}"/>
              </a:ext>
            </a:extLst>
          </p:cNvPr>
          <p:cNvSpPr>
            <a:spLocks noGrp="1"/>
          </p:cNvSpPr>
          <p:nvPr>
            <p:ph type="pic" sz="quarter" idx="13"/>
          </p:nvPr>
        </p:nvSpPr>
        <p:spPr>
          <a:xfrm>
            <a:off x="0" y="2"/>
            <a:ext cx="2915897" cy="3150803"/>
          </a:xfrm>
          <a:custGeom>
            <a:avLst/>
            <a:gdLst>
              <a:gd name="connsiteX0" fmla="*/ 0 w 2915897"/>
              <a:gd name="connsiteY0" fmla="*/ 0 h 3150803"/>
              <a:gd name="connsiteX1" fmla="*/ 2037171 w 2915897"/>
              <a:gd name="connsiteY1" fmla="*/ 0 h 3150803"/>
              <a:gd name="connsiteX2" fmla="*/ 2234023 w 2915897"/>
              <a:gd name="connsiteY2" fmla="*/ 188447 h 3150803"/>
              <a:gd name="connsiteX3" fmla="*/ 2442937 w 2915897"/>
              <a:gd name="connsiteY3" fmla="*/ 385917 h 3150803"/>
              <a:gd name="connsiteX4" fmla="*/ 2833858 w 2915897"/>
              <a:gd name="connsiteY4" fmla="*/ 927137 h 3150803"/>
              <a:gd name="connsiteX5" fmla="*/ 2858599 w 2915897"/>
              <a:gd name="connsiteY5" fmla="*/ 1740110 h 3150803"/>
              <a:gd name="connsiteX6" fmla="*/ 2478276 w 2915897"/>
              <a:gd name="connsiteY6" fmla="*/ 2549381 h 3150803"/>
              <a:gd name="connsiteX7" fmla="*/ 692855 w 2915897"/>
              <a:gd name="connsiteY7" fmla="*/ 3125784 h 3150803"/>
              <a:gd name="connsiteX8" fmla="*/ 71916 w 2915897"/>
              <a:gd name="connsiteY8" fmla="*/ 3033613 h 3150803"/>
              <a:gd name="connsiteX9" fmla="*/ 0 w 2915897"/>
              <a:gd name="connsiteY9" fmla="*/ 3010677 h 3150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15897" h="3150803">
                <a:moveTo>
                  <a:pt x="0" y="0"/>
                </a:moveTo>
                <a:lnTo>
                  <a:pt x="2037171" y="0"/>
                </a:lnTo>
                <a:lnTo>
                  <a:pt x="2234023" y="188447"/>
                </a:lnTo>
                <a:cubicBezTo>
                  <a:pt x="2304388" y="255540"/>
                  <a:pt x="2374048" y="321538"/>
                  <a:pt x="2442937" y="385917"/>
                </a:cubicBezTo>
                <a:cubicBezTo>
                  <a:pt x="2635661" y="565992"/>
                  <a:pt x="2760928" y="746433"/>
                  <a:pt x="2833858" y="927137"/>
                </a:cubicBezTo>
                <a:cubicBezTo>
                  <a:pt x="2943221" y="1198077"/>
                  <a:pt x="2934665" y="1469402"/>
                  <a:pt x="2858599" y="1740110"/>
                </a:cubicBezTo>
                <a:cubicBezTo>
                  <a:pt x="2782532" y="2010817"/>
                  <a:pt x="2638953" y="2280908"/>
                  <a:pt x="2478276" y="2549381"/>
                </a:cubicBezTo>
                <a:cubicBezTo>
                  <a:pt x="2104926" y="3173402"/>
                  <a:pt x="1445175" y="3189854"/>
                  <a:pt x="692855" y="3125784"/>
                </a:cubicBezTo>
                <a:cubicBezTo>
                  <a:pt x="472468" y="3106996"/>
                  <a:pt x="261198" y="3087734"/>
                  <a:pt x="71916" y="3033613"/>
                </a:cubicBezTo>
                <a:lnTo>
                  <a:pt x="0" y="3010677"/>
                </a:lnTo>
                <a:close/>
              </a:path>
            </a:pathLst>
          </a:custGeom>
          <a:solidFill>
            <a:schemeClr val="accent3"/>
          </a:solidFill>
        </p:spPr>
        <p:txBody>
          <a:bodyPr wrap="square">
            <a:noAutofit/>
          </a:bodyPr>
          <a:lstStyle/>
          <a:p>
            <a:r>
              <a:rPr lang="en-US"/>
              <a:t>Click icon to add picture</a:t>
            </a:r>
            <a:endParaRPr lang="en-US" dirty="0"/>
          </a:p>
        </p:txBody>
      </p:sp>
      <p:sp>
        <p:nvSpPr>
          <p:cNvPr id="19" name="Picture Placeholder 18">
            <a:extLst>
              <a:ext uri="{FF2B5EF4-FFF2-40B4-BE49-F238E27FC236}">
                <a16:creationId xmlns:a16="http://schemas.microsoft.com/office/drawing/2014/main" id="{08CF3283-37EB-40F7-B4D3-7321DE54FCF6}"/>
              </a:ext>
            </a:extLst>
          </p:cNvPr>
          <p:cNvSpPr>
            <a:spLocks noGrp="1"/>
          </p:cNvSpPr>
          <p:nvPr>
            <p:ph type="pic" sz="quarter" idx="14"/>
          </p:nvPr>
        </p:nvSpPr>
        <p:spPr>
          <a:xfrm>
            <a:off x="3824588" y="0"/>
            <a:ext cx="5820494" cy="2008700"/>
          </a:xfrm>
          <a:custGeom>
            <a:avLst/>
            <a:gdLst>
              <a:gd name="connsiteX0" fmla="*/ 331087 w 5820494"/>
              <a:gd name="connsiteY0" fmla="*/ 0 h 2008700"/>
              <a:gd name="connsiteX1" fmla="*/ 5820494 w 5820494"/>
              <a:gd name="connsiteY1" fmla="*/ 0 h 2008700"/>
              <a:gd name="connsiteX2" fmla="*/ 5709900 w 5820494"/>
              <a:gd name="connsiteY2" fmla="*/ 186453 h 2008700"/>
              <a:gd name="connsiteX3" fmla="*/ 4932484 w 5820494"/>
              <a:gd name="connsiteY3" fmla="*/ 1168818 h 2008700"/>
              <a:gd name="connsiteX4" fmla="*/ 3361811 w 5820494"/>
              <a:gd name="connsiteY4" fmla="*/ 1978465 h 2008700"/>
              <a:gd name="connsiteX5" fmla="*/ 286590 w 5820494"/>
              <a:gd name="connsiteY5" fmla="*/ 1153716 h 2008700"/>
              <a:gd name="connsiteX6" fmla="*/ 251826 w 5820494"/>
              <a:gd name="connsiteY6" fmla="*/ 76716 h 200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20494" h="2008700">
                <a:moveTo>
                  <a:pt x="331087" y="0"/>
                </a:moveTo>
                <a:lnTo>
                  <a:pt x="5820494" y="0"/>
                </a:lnTo>
                <a:lnTo>
                  <a:pt x="5709900" y="186453"/>
                </a:lnTo>
                <a:cubicBezTo>
                  <a:pt x="5432869" y="620391"/>
                  <a:pt x="5095500" y="1005368"/>
                  <a:pt x="4932484" y="1168818"/>
                </a:cubicBezTo>
                <a:cubicBezTo>
                  <a:pt x="4535940" y="1566140"/>
                  <a:pt x="3997053" y="1890549"/>
                  <a:pt x="3361811" y="1978465"/>
                </a:cubicBezTo>
                <a:cubicBezTo>
                  <a:pt x="2395334" y="2112506"/>
                  <a:pt x="953447" y="1794336"/>
                  <a:pt x="286590" y="1153716"/>
                </a:cubicBezTo>
                <a:cubicBezTo>
                  <a:pt x="-136161" y="747678"/>
                  <a:pt x="-42091" y="387037"/>
                  <a:pt x="251826" y="76716"/>
                </a:cubicBezTo>
                <a:close/>
              </a:path>
            </a:pathLst>
          </a:custGeom>
          <a:solidFill>
            <a:schemeClr val="accent3"/>
          </a:solidFill>
        </p:spPr>
        <p:txBody>
          <a:bodyPr wrap="square">
            <a:noAutofit/>
          </a:bodyPr>
          <a:lstStyle/>
          <a:p>
            <a:r>
              <a:rPr lang="en-US"/>
              <a:t>Click icon to add picture</a:t>
            </a:r>
            <a:endParaRPr lang="en-US" dirty="0"/>
          </a:p>
        </p:txBody>
      </p:sp>
      <p:sp>
        <p:nvSpPr>
          <p:cNvPr id="26" name="Picture Placeholder 25">
            <a:extLst>
              <a:ext uri="{FF2B5EF4-FFF2-40B4-BE49-F238E27FC236}">
                <a16:creationId xmlns:a16="http://schemas.microsoft.com/office/drawing/2014/main" id="{3CD43413-F064-47FB-B053-5DCA096DAAF1}"/>
              </a:ext>
            </a:extLst>
          </p:cNvPr>
          <p:cNvSpPr>
            <a:spLocks noGrp="1"/>
          </p:cNvSpPr>
          <p:nvPr>
            <p:ph type="pic" sz="quarter" idx="16"/>
          </p:nvPr>
        </p:nvSpPr>
        <p:spPr>
          <a:xfrm>
            <a:off x="1" y="3134141"/>
            <a:ext cx="4548543" cy="3723859"/>
          </a:xfrm>
          <a:custGeom>
            <a:avLst/>
            <a:gdLst>
              <a:gd name="connsiteX0" fmla="*/ 3246912 w 4548543"/>
              <a:gd name="connsiteY0" fmla="*/ 458 h 3723859"/>
              <a:gd name="connsiteX1" fmla="*/ 4150879 w 4548543"/>
              <a:gd name="connsiteY1" fmla="*/ 378073 h 3723859"/>
              <a:gd name="connsiteX2" fmla="*/ 4548482 w 4548543"/>
              <a:gd name="connsiteY2" fmla="*/ 1568643 h 3723859"/>
              <a:gd name="connsiteX3" fmla="*/ 4028886 w 4548543"/>
              <a:gd name="connsiteY3" fmla="*/ 3710287 h 3723859"/>
              <a:gd name="connsiteX4" fmla="*/ 4021678 w 4548543"/>
              <a:gd name="connsiteY4" fmla="*/ 3723859 h 3723859"/>
              <a:gd name="connsiteX5" fmla="*/ 0 w 4548543"/>
              <a:gd name="connsiteY5" fmla="*/ 3723859 h 3723859"/>
              <a:gd name="connsiteX6" fmla="*/ 0 w 4548543"/>
              <a:gd name="connsiteY6" fmla="*/ 1455242 h 3723859"/>
              <a:gd name="connsiteX7" fmla="*/ 170674 w 4548543"/>
              <a:gd name="connsiteY7" fmla="*/ 1364030 h 3723859"/>
              <a:gd name="connsiteX8" fmla="*/ 371971 w 4548543"/>
              <a:gd name="connsiteY8" fmla="*/ 1257338 h 3723859"/>
              <a:gd name="connsiteX9" fmla="*/ 2579168 w 4548543"/>
              <a:gd name="connsiteY9" fmla="*/ 156654 h 3723859"/>
              <a:gd name="connsiteX10" fmla="*/ 3246912 w 4548543"/>
              <a:gd name="connsiteY10" fmla="*/ 458 h 3723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48543" h="3723859">
                <a:moveTo>
                  <a:pt x="3246912" y="458"/>
                </a:moveTo>
                <a:cubicBezTo>
                  <a:pt x="3556014" y="-7452"/>
                  <a:pt x="3878293" y="85861"/>
                  <a:pt x="4150879" y="378073"/>
                </a:cubicBezTo>
                <a:cubicBezTo>
                  <a:pt x="4474410" y="725138"/>
                  <a:pt x="4551051" y="1187631"/>
                  <a:pt x="4548482" y="1568643"/>
                </a:cubicBezTo>
                <a:cubicBezTo>
                  <a:pt x="4543256" y="2340350"/>
                  <a:pt x="4346080" y="3076780"/>
                  <a:pt x="4028886" y="3710287"/>
                </a:cubicBezTo>
                <a:lnTo>
                  <a:pt x="4021678" y="3723859"/>
                </a:lnTo>
                <a:lnTo>
                  <a:pt x="0" y="3723859"/>
                </a:lnTo>
                <a:lnTo>
                  <a:pt x="0" y="1455242"/>
                </a:lnTo>
                <a:lnTo>
                  <a:pt x="170674" y="1364030"/>
                </a:lnTo>
                <a:cubicBezTo>
                  <a:pt x="240826" y="1327045"/>
                  <a:pt x="308382" y="1291596"/>
                  <a:pt x="371971" y="1257338"/>
                </a:cubicBezTo>
                <a:cubicBezTo>
                  <a:pt x="1092270" y="868657"/>
                  <a:pt x="1814145" y="480776"/>
                  <a:pt x="2579168" y="156654"/>
                </a:cubicBezTo>
                <a:cubicBezTo>
                  <a:pt x="2774058" y="73994"/>
                  <a:pt x="3006499" y="6609"/>
                  <a:pt x="3246912" y="458"/>
                </a:cubicBezTo>
                <a:close/>
              </a:path>
            </a:pathLst>
          </a:custGeom>
          <a:solidFill>
            <a:schemeClr val="accent3"/>
          </a:solidFill>
        </p:spPr>
        <p:txBody>
          <a:bodyPr wrap="square">
            <a:noAutofit/>
          </a:bodyPr>
          <a:lstStyle/>
          <a:p>
            <a:r>
              <a:rPr lang="en-US"/>
              <a:t>Click icon to add picture</a:t>
            </a:r>
            <a:endParaRPr lang="en-US" dirty="0"/>
          </a:p>
        </p:txBody>
      </p:sp>
      <p:sp>
        <p:nvSpPr>
          <p:cNvPr id="22" name="Picture Placeholder 21">
            <a:extLst>
              <a:ext uri="{FF2B5EF4-FFF2-40B4-BE49-F238E27FC236}">
                <a16:creationId xmlns:a16="http://schemas.microsoft.com/office/drawing/2014/main" id="{51995BAA-F48C-452E-8FB3-2036819AAE78}"/>
              </a:ext>
            </a:extLst>
          </p:cNvPr>
          <p:cNvSpPr>
            <a:spLocks noGrp="1"/>
          </p:cNvSpPr>
          <p:nvPr>
            <p:ph type="pic" sz="quarter" idx="15"/>
          </p:nvPr>
        </p:nvSpPr>
        <p:spPr>
          <a:xfrm>
            <a:off x="9889048" y="314073"/>
            <a:ext cx="2302952" cy="5820494"/>
          </a:xfrm>
          <a:custGeom>
            <a:avLst/>
            <a:gdLst>
              <a:gd name="connsiteX0" fmla="*/ 2302952 w 2302952"/>
              <a:gd name="connsiteY0" fmla="*/ 0 h 5820494"/>
              <a:gd name="connsiteX1" fmla="*/ 2302951 w 2302952"/>
              <a:gd name="connsiteY1" fmla="*/ 5489408 h 5820494"/>
              <a:gd name="connsiteX2" fmla="*/ 2214998 w 2302952"/>
              <a:gd name="connsiteY2" fmla="*/ 5568668 h 5820494"/>
              <a:gd name="connsiteX3" fmla="*/ 980229 w 2302952"/>
              <a:gd name="connsiteY3" fmla="*/ 5533905 h 5820494"/>
              <a:gd name="connsiteX4" fmla="*/ 34664 w 2302952"/>
              <a:gd name="connsiteY4" fmla="*/ 2458684 h 5820494"/>
              <a:gd name="connsiteX5" fmla="*/ 962915 w 2302952"/>
              <a:gd name="connsiteY5" fmla="*/ 888011 h 5820494"/>
              <a:gd name="connsiteX6" fmla="*/ 2089185 w 2302952"/>
              <a:gd name="connsiteY6" fmla="*/ 110594 h 5820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2952" h="5820494">
                <a:moveTo>
                  <a:pt x="2302952" y="0"/>
                </a:moveTo>
                <a:lnTo>
                  <a:pt x="2302951" y="5489408"/>
                </a:lnTo>
                <a:lnTo>
                  <a:pt x="2214998" y="5568668"/>
                </a:lnTo>
                <a:cubicBezTo>
                  <a:pt x="1859218" y="5862586"/>
                  <a:pt x="1445746" y="5956656"/>
                  <a:pt x="980229" y="5533905"/>
                </a:cubicBezTo>
                <a:cubicBezTo>
                  <a:pt x="245766" y="4867048"/>
                  <a:pt x="-119012" y="3425160"/>
                  <a:pt x="34664" y="2458684"/>
                </a:cubicBezTo>
                <a:cubicBezTo>
                  <a:pt x="135459" y="1823441"/>
                  <a:pt x="507389" y="1284554"/>
                  <a:pt x="962915" y="888011"/>
                </a:cubicBezTo>
                <a:cubicBezTo>
                  <a:pt x="1150308" y="724995"/>
                  <a:pt x="1591681" y="387625"/>
                  <a:pt x="2089185" y="110594"/>
                </a:cubicBezTo>
                <a:close/>
              </a:path>
            </a:pathLst>
          </a:custGeom>
          <a:solidFill>
            <a:schemeClr val="accent3"/>
          </a:solidFill>
        </p:spPr>
        <p:txBody>
          <a:bodyPr wrap="square">
            <a:noAutofit/>
          </a:bodyPr>
          <a:lstStyle/>
          <a:p>
            <a:r>
              <a:rPr lang="en-US"/>
              <a:t>Click icon to add picture</a:t>
            </a:r>
            <a:endParaRPr lang="en-US" dirty="0"/>
          </a:p>
        </p:txBody>
      </p:sp>
    </p:spTree>
    <p:extLst>
      <p:ext uri="{BB962C8B-B14F-4D97-AF65-F5344CB8AC3E}">
        <p14:creationId xmlns:p14="http://schemas.microsoft.com/office/powerpoint/2010/main" val="32693321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3_Closing">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1FAA1E16-84B5-4131-9CE1-7C6D43D1E15A}"/>
              </a:ext>
            </a:extLst>
          </p:cNvPr>
          <p:cNvSpPr>
            <a:spLocks noGrp="1"/>
          </p:cNvSpPr>
          <p:nvPr>
            <p:ph type="title"/>
          </p:nvPr>
        </p:nvSpPr>
        <p:spPr>
          <a:xfrm>
            <a:off x="6858000" y="1523990"/>
            <a:ext cx="4572000" cy="1524010"/>
          </a:xfrm>
        </p:spPr>
        <p:txBody>
          <a:bodyPr anchor="t" anchorCtr="0">
            <a:normAutofit/>
          </a:bodyPr>
          <a:lstStyle/>
          <a:p>
            <a:r>
              <a:rPr lang="en-US" sz="3200"/>
              <a:t>Click to edit Master title style</a:t>
            </a:r>
            <a:endParaRPr lang="en-US" sz="3200" dirty="0"/>
          </a:p>
        </p:txBody>
      </p:sp>
      <p:sp>
        <p:nvSpPr>
          <p:cNvPr id="11" name="Picture Placeholder 10">
            <a:extLst>
              <a:ext uri="{FF2B5EF4-FFF2-40B4-BE49-F238E27FC236}">
                <a16:creationId xmlns:a16="http://schemas.microsoft.com/office/drawing/2014/main" id="{35ED8B7F-F797-40AD-8F10-7B52ECFAC8B1}"/>
              </a:ext>
            </a:extLst>
          </p:cNvPr>
          <p:cNvSpPr>
            <a:spLocks noGrp="1"/>
          </p:cNvSpPr>
          <p:nvPr>
            <p:ph type="pic" sz="quarter" idx="13"/>
          </p:nvPr>
        </p:nvSpPr>
        <p:spPr>
          <a:xfrm>
            <a:off x="1" y="762007"/>
            <a:ext cx="5948797" cy="6095979"/>
          </a:xfrm>
          <a:custGeom>
            <a:avLst/>
            <a:gdLst>
              <a:gd name="connsiteX0" fmla="*/ 1573824 w 5948797"/>
              <a:gd name="connsiteY0" fmla="*/ 765 h 6095979"/>
              <a:gd name="connsiteX1" fmla="*/ 2734655 w 5948797"/>
              <a:gd name="connsiteY1" fmla="*/ 238687 h 6095979"/>
              <a:gd name="connsiteX2" fmla="*/ 5668308 w 5948797"/>
              <a:gd name="connsiteY2" fmla="*/ 3639516 h 6095979"/>
              <a:gd name="connsiteX3" fmla="*/ 5937014 w 5948797"/>
              <a:gd name="connsiteY3" fmla="*/ 5865869 h 6095979"/>
              <a:gd name="connsiteX4" fmla="*/ 5948797 w 5948797"/>
              <a:gd name="connsiteY4" fmla="*/ 6095979 h 6095979"/>
              <a:gd name="connsiteX5" fmla="*/ 0 w 5948797"/>
              <a:gd name="connsiteY5" fmla="*/ 6095979 h 6095979"/>
              <a:gd name="connsiteX6" fmla="*/ 0 w 5948797"/>
              <a:gd name="connsiteY6" fmla="*/ 1621650 h 6095979"/>
              <a:gd name="connsiteX7" fmla="*/ 36302 w 5948797"/>
              <a:gd name="connsiteY7" fmla="*/ 1518814 h 6095979"/>
              <a:gd name="connsiteX8" fmla="*/ 287883 w 5948797"/>
              <a:gd name="connsiteY8" fmla="*/ 956872 h 6095979"/>
              <a:gd name="connsiteX9" fmla="*/ 1573824 w 5948797"/>
              <a:gd name="connsiteY9" fmla="*/ 765 h 609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48797" h="6095979">
                <a:moveTo>
                  <a:pt x="1573824" y="765"/>
                </a:moveTo>
                <a:cubicBezTo>
                  <a:pt x="1940182" y="-10734"/>
                  <a:pt x="2329337" y="109280"/>
                  <a:pt x="2734655" y="238687"/>
                </a:cubicBezTo>
                <a:cubicBezTo>
                  <a:pt x="4118236" y="680647"/>
                  <a:pt x="5296689" y="1302752"/>
                  <a:pt x="5668308" y="3639516"/>
                </a:cubicBezTo>
                <a:cubicBezTo>
                  <a:pt x="5788290" y="4393559"/>
                  <a:pt x="5890538" y="5142244"/>
                  <a:pt x="5937014" y="5865869"/>
                </a:cubicBezTo>
                <a:lnTo>
                  <a:pt x="5948797" y="6095979"/>
                </a:lnTo>
                <a:lnTo>
                  <a:pt x="0" y="6095979"/>
                </a:lnTo>
                <a:lnTo>
                  <a:pt x="0" y="1621650"/>
                </a:lnTo>
                <a:lnTo>
                  <a:pt x="36302" y="1518814"/>
                </a:lnTo>
                <a:cubicBezTo>
                  <a:pt x="109797" y="1321982"/>
                  <a:pt x="192747" y="1133640"/>
                  <a:pt x="287883" y="956872"/>
                </a:cubicBezTo>
                <a:cubicBezTo>
                  <a:pt x="669445" y="247734"/>
                  <a:pt x="1102792" y="15549"/>
                  <a:pt x="1573824" y="765"/>
                </a:cubicBezTo>
                <a:close/>
              </a:path>
            </a:pathLst>
          </a:custGeom>
          <a:solidFill>
            <a:schemeClr val="accent3"/>
          </a:solidFill>
        </p:spPr>
        <p:txBody>
          <a:bodyPr wrap="square">
            <a:noAutofit/>
          </a:bodyPr>
          <a:lstStyle/>
          <a:p>
            <a:r>
              <a:rPr lang="en-US"/>
              <a:t>Click icon to add picture</a:t>
            </a:r>
            <a:endParaRPr lang="en-US" dirty="0"/>
          </a:p>
        </p:txBody>
      </p:sp>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r>
              <a:rPr lang="en-US"/>
              <a:t>2/1/20XX</a:t>
            </a:r>
            <a:endParaRPr lang="en-US" dirty="0"/>
          </a:p>
        </p:txBody>
      </p:sp>
      <p:sp>
        <p:nvSpPr>
          <p:cNvPr id="7" name="Content Placeholder 7">
            <a:extLst>
              <a:ext uri="{FF2B5EF4-FFF2-40B4-BE49-F238E27FC236}">
                <a16:creationId xmlns:a16="http://schemas.microsoft.com/office/drawing/2014/main" id="{3BF507F0-BF7D-45F6-B6FD-A124B9BABA2A}"/>
              </a:ext>
            </a:extLst>
          </p:cNvPr>
          <p:cNvSpPr>
            <a:spLocks noGrp="1"/>
          </p:cNvSpPr>
          <p:nvPr>
            <p:ph idx="1"/>
          </p:nvPr>
        </p:nvSpPr>
        <p:spPr>
          <a:xfrm>
            <a:off x="6858001" y="3048000"/>
            <a:ext cx="4572000" cy="3048001"/>
          </a:xfrm>
        </p:spPr>
        <p:txBody>
          <a:bodyPr vert="horz" lIns="91440" tIns="45720" rIns="91440" bIns="45720" rtlCol="0">
            <a:normAutofit/>
          </a:bodyPr>
          <a:lstStyle/>
          <a:p>
            <a:pPr marL="0" lvl="0" indent="0">
              <a:buNone/>
            </a:pPr>
            <a:r>
              <a:rPr lang="en-US" sz="2400"/>
              <a:t>Click to edit Master text styles</a:t>
            </a:r>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dirty="0"/>
          </a:p>
        </p:txBody>
      </p:sp>
      <p:sp>
        <p:nvSpPr>
          <p:cNvPr id="6" name="Freeform: Shape 5">
            <a:extLst>
              <a:ext uri="{FF2B5EF4-FFF2-40B4-BE49-F238E27FC236}">
                <a16:creationId xmlns:a16="http://schemas.microsoft.com/office/drawing/2014/main" id="{F7884FE9-B11F-40BA-879F-2988D7F3697C}"/>
              </a:ext>
              <a:ext uri="{C183D7F6-B498-43B3-948B-1728B52AA6E4}">
                <adec:decorative xmlns:adec="http://schemas.microsoft.com/office/drawing/2017/decorative" val="1"/>
              </a:ext>
            </a:extLst>
          </p:cNvPr>
          <p:cNvSpPr/>
          <p:nvPr userDrawn="1"/>
        </p:nvSpPr>
        <p:spPr>
          <a:xfrm rot="5400000" flipH="1">
            <a:off x="223838" y="538152"/>
            <a:ext cx="6095989" cy="654368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1203417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r>
              <a:rPr lang="en-US"/>
              <a:t>2/1/20XX</a:t>
            </a:r>
            <a:endParaRPr lang="en-US" dirty="0"/>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845120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8">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2/1/20XX</a:t>
            </a:r>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Sample Footer Text</a:t>
            </a:r>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07CE569E-9B7C-4CB9-AB80-C0841F922CFF}"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271731"/>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91" r:id="rId13"/>
    <p:sldLayoutId id="2147483792" r:id="rId14"/>
    <p:sldLayoutId id="2147483797" r:id="rId15"/>
    <p:sldLayoutId id="2147483669" r:id="rId16"/>
  </p:sldLayoutIdLst>
  <p:hf hdr="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image" Target="../media/image4.jpeg"/><Relationship Id="rId18" Type="http://schemas.microsoft.com/office/2007/relationships/diagramDrawing" Target="../diagrams/drawing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image" Target="../media/image3.jpeg"/><Relationship Id="rId17" Type="http://schemas.openxmlformats.org/officeDocument/2006/relationships/diagramColors" Target="../diagrams/colors3.xml"/><Relationship Id="rId2" Type="http://schemas.openxmlformats.org/officeDocument/2006/relationships/diagramData" Target="../diagrams/data1.xml"/><Relationship Id="rId16" Type="http://schemas.openxmlformats.org/officeDocument/2006/relationships/diagramQuickStyle" Target="../diagrams/quickStyle3.xml"/><Relationship Id="rId1" Type="http://schemas.openxmlformats.org/officeDocument/2006/relationships/slideLayout" Target="../slideLayouts/slideLayout1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Layout" Target="../diagrams/layout3.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Data" Target="../diagrams/data3.xml"/></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5.jpeg"/><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Layout" Target="../diagrams/layout5.xml"/><Relationship Id="rId7" Type="http://schemas.openxmlformats.org/officeDocument/2006/relationships/image" Target="../media/image8.jpeg"/><Relationship Id="rId12" Type="http://schemas.microsoft.com/office/2007/relationships/diagramDrawing" Target="../diagrams/drawing6.xml"/><Relationship Id="rId2" Type="http://schemas.openxmlformats.org/officeDocument/2006/relationships/diagramData" Target="../diagrams/data5.xml"/><Relationship Id="rId1" Type="http://schemas.openxmlformats.org/officeDocument/2006/relationships/slideLayout" Target="../slideLayouts/slideLayout14.xml"/><Relationship Id="rId6" Type="http://schemas.microsoft.com/office/2007/relationships/diagramDrawing" Target="../diagrams/drawing5.xml"/><Relationship Id="rId11" Type="http://schemas.openxmlformats.org/officeDocument/2006/relationships/diagramColors" Target="../diagrams/colors6.xml"/><Relationship Id="rId5" Type="http://schemas.openxmlformats.org/officeDocument/2006/relationships/diagramColors" Target="../diagrams/colors5.xml"/><Relationship Id="rId10" Type="http://schemas.openxmlformats.org/officeDocument/2006/relationships/diagramQuickStyle" Target="../diagrams/quickStyle6.xml"/><Relationship Id="rId4" Type="http://schemas.openxmlformats.org/officeDocument/2006/relationships/diagramQuickStyle" Target="../diagrams/quickStyle5.xml"/><Relationship Id="rId9" Type="http://schemas.openxmlformats.org/officeDocument/2006/relationships/diagramLayout" Target="../diagrams/layout6.xml"/></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7.xml"/><Relationship Id="rId3" Type="http://schemas.openxmlformats.org/officeDocument/2006/relationships/image" Target="../media/image9.png"/><Relationship Id="rId7" Type="http://schemas.openxmlformats.org/officeDocument/2006/relationships/diagramLayout" Target="../diagrams/layout7.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Data" Target="../diagrams/data7.xml"/><Relationship Id="rId5" Type="http://schemas.openxmlformats.org/officeDocument/2006/relationships/image" Target="../media/image1.jpg"/><Relationship Id="rId10" Type="http://schemas.microsoft.com/office/2007/relationships/diagramDrawing" Target="../diagrams/drawing7.xml"/><Relationship Id="rId4" Type="http://schemas.openxmlformats.org/officeDocument/2006/relationships/image" Target="../media/image10.png"/><Relationship Id="rId9" Type="http://schemas.openxmlformats.org/officeDocument/2006/relationships/diagramColors" Target="../diagrams/colors7.xml"/></Relationships>
</file>

<file path=ppt/slides/_rels/slide5.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1.jpg"/><Relationship Id="rId7" Type="http://schemas.openxmlformats.org/officeDocument/2006/relationships/diagramColors" Target="../diagrams/colors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10" Type="http://schemas.openxmlformats.org/officeDocument/2006/relationships/image" Target="../media/image12.png"/><Relationship Id="rId4" Type="http://schemas.openxmlformats.org/officeDocument/2006/relationships/diagramData" Target="../diagrams/data8.xml"/><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13.png"/><Relationship Id="rId7" Type="http://schemas.openxmlformats.org/officeDocument/2006/relationships/diagramColors" Target="../diagrams/colors9.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11.xml"/><Relationship Id="rId3" Type="http://schemas.openxmlformats.org/officeDocument/2006/relationships/diagramLayout" Target="../diagrams/layout10.xml"/><Relationship Id="rId7" Type="http://schemas.openxmlformats.org/officeDocument/2006/relationships/diagramData" Target="../diagrams/data11.xml"/><Relationship Id="rId12" Type="http://schemas.openxmlformats.org/officeDocument/2006/relationships/image" Target="../media/image14.png"/><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11" Type="http://schemas.microsoft.com/office/2007/relationships/diagramDrawing" Target="../diagrams/drawing11.xml"/><Relationship Id="rId5" Type="http://schemas.openxmlformats.org/officeDocument/2006/relationships/diagramColors" Target="../diagrams/colors10.xml"/><Relationship Id="rId10" Type="http://schemas.openxmlformats.org/officeDocument/2006/relationships/diagramColors" Target="../diagrams/colors11.xml"/><Relationship Id="rId4" Type="http://schemas.openxmlformats.org/officeDocument/2006/relationships/diagramQuickStyle" Target="../diagrams/quickStyle10.xml"/><Relationship Id="rId9" Type="http://schemas.openxmlformats.org/officeDocument/2006/relationships/diagramQuickStyle" Target="../diagrams/quickStyle11.xml"/></Relationships>
</file>

<file path=ppt/slides/_rels/slide8.xml.rels><?xml version="1.0" encoding="UTF-8" standalone="yes"?>
<Relationships xmlns="http://schemas.openxmlformats.org/package/2006/relationships"><Relationship Id="rId3" Type="http://schemas.openxmlformats.org/officeDocument/2006/relationships/hyperlink" Target="http://www.brightcoffe/" TargetMode="External"/><Relationship Id="rId2" Type="http://schemas.openxmlformats.org/officeDocument/2006/relationships/image" Target="../media/image15.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DE76047F-EDDE-6D54-7546-B08C16D21FFC}"/>
              </a:ext>
            </a:extLst>
          </p:cNvPr>
          <p:cNvGraphicFramePr/>
          <p:nvPr>
            <p:extLst>
              <p:ext uri="{D42A27DB-BD31-4B8C-83A1-F6EECF244321}">
                <p14:modId xmlns:p14="http://schemas.microsoft.com/office/powerpoint/2010/main" val="3108448037"/>
              </p:ext>
            </p:extLst>
          </p:nvPr>
        </p:nvGraphicFramePr>
        <p:xfrm>
          <a:off x="575035" y="300461"/>
          <a:ext cx="3478491" cy="1641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Content Placeholder 6">
            <a:extLst>
              <a:ext uri="{FF2B5EF4-FFF2-40B4-BE49-F238E27FC236}">
                <a16:creationId xmlns:a16="http://schemas.microsoft.com/office/drawing/2014/main" id="{BEE110D5-5A67-D891-04B6-7C6097475C4D}"/>
              </a:ext>
            </a:extLst>
          </p:cNvPr>
          <p:cNvGraphicFramePr>
            <a:graphicFrameLocks noGrp="1"/>
          </p:cNvGraphicFramePr>
          <p:nvPr>
            <p:ph sz="quarter" idx="15"/>
            <p:extLst>
              <p:ext uri="{D42A27DB-BD31-4B8C-83A1-F6EECF244321}">
                <p14:modId xmlns:p14="http://schemas.microsoft.com/office/powerpoint/2010/main" val="1964805213"/>
              </p:ext>
            </p:extLst>
          </p:nvPr>
        </p:nvGraphicFramePr>
        <p:xfrm>
          <a:off x="886120" y="2440436"/>
          <a:ext cx="4869971" cy="250320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Date Placeholder 1">
            <a:extLst>
              <a:ext uri="{FF2B5EF4-FFF2-40B4-BE49-F238E27FC236}">
                <a16:creationId xmlns:a16="http://schemas.microsoft.com/office/drawing/2014/main" id="{ABB59987-20C7-44CA-B0D1-D87A45033937}"/>
              </a:ext>
            </a:extLst>
          </p:cNvPr>
          <p:cNvSpPr>
            <a:spLocks noGrp="1"/>
          </p:cNvSpPr>
          <p:nvPr>
            <p:ph type="dt" sz="half" idx="10"/>
          </p:nvPr>
        </p:nvSpPr>
        <p:spPr/>
        <p:txBody>
          <a:bodyPr/>
          <a:lstStyle/>
          <a:p>
            <a:r>
              <a:rPr lang="en-US"/>
              <a:t>2/1/20XX</a:t>
            </a:r>
            <a:endParaRPr lang="en-US" dirty="0"/>
          </a:p>
        </p:txBody>
      </p:sp>
      <p:pic>
        <p:nvPicPr>
          <p:cNvPr id="14" name="Picture Placeholder 13" descr="Barista pouring milk froth into coffee">
            <a:extLst>
              <a:ext uri="{FF2B5EF4-FFF2-40B4-BE49-F238E27FC236}">
                <a16:creationId xmlns:a16="http://schemas.microsoft.com/office/drawing/2014/main" id="{971D22D0-EEF4-49B5-9AA4-005141F0ED0F}"/>
              </a:ext>
            </a:extLst>
          </p:cNvPr>
          <p:cNvPicPr>
            <a:picLocks noGrp="1" noChangeAspect="1"/>
          </p:cNvPicPr>
          <p:nvPr>
            <p:ph type="pic" sz="quarter" idx="13"/>
          </p:nvPr>
        </p:nvPicPr>
        <p:blipFill rotWithShape="1">
          <a:blip r:embed="rId12" cstate="screen">
            <a:extLst>
              <a:ext uri="{28A0092B-C50C-407E-A947-70E740481C1C}">
                <a14:useLocalDpi xmlns:a14="http://schemas.microsoft.com/office/drawing/2010/main" val="0"/>
              </a:ext>
            </a:extLst>
          </a:blip>
          <a:srcRect l="19" r="19"/>
          <a:stretch/>
        </p:blipFill>
        <p:spPr/>
      </p:pic>
      <p:pic>
        <p:nvPicPr>
          <p:cNvPr id="16" name="Picture Placeholder 15" descr="Coffee Beans">
            <a:extLst>
              <a:ext uri="{FF2B5EF4-FFF2-40B4-BE49-F238E27FC236}">
                <a16:creationId xmlns:a16="http://schemas.microsoft.com/office/drawing/2014/main" id="{B5CEF503-B56A-4BFB-9020-F19AB6AEE4A2}"/>
              </a:ext>
            </a:extLst>
          </p:cNvPr>
          <p:cNvPicPr>
            <a:picLocks noGrp="1" noChangeAspect="1"/>
          </p:cNvPicPr>
          <p:nvPr>
            <p:ph type="pic" sz="quarter" idx="14"/>
          </p:nvPr>
        </p:nvPicPr>
        <p:blipFill rotWithShape="1">
          <a:blip r:embed="rId13" cstate="screen">
            <a:extLst>
              <a:ext uri="{28A0092B-C50C-407E-A947-70E740481C1C}">
                <a14:useLocalDpi xmlns:a14="http://schemas.microsoft.com/office/drawing/2010/main" val="0"/>
              </a:ext>
            </a:extLst>
          </a:blip>
          <a:srcRect/>
          <a:stretch/>
        </p:blipFill>
        <p:spPr>
          <a:xfrm>
            <a:off x="4826524" y="2372679"/>
            <a:ext cx="3970260" cy="1307366"/>
          </a:xfrm>
        </p:spPr>
      </p:pic>
      <p:graphicFrame>
        <p:nvGraphicFramePr>
          <p:cNvPr id="8" name="Diagram 7">
            <a:extLst>
              <a:ext uri="{FF2B5EF4-FFF2-40B4-BE49-F238E27FC236}">
                <a16:creationId xmlns:a16="http://schemas.microsoft.com/office/drawing/2014/main" id="{7143B2E8-2B8C-D203-732B-845A21E76BB8}"/>
              </a:ext>
            </a:extLst>
          </p:cNvPr>
          <p:cNvGraphicFramePr/>
          <p:nvPr/>
        </p:nvGraphicFramePr>
        <p:xfrm>
          <a:off x="1291079" y="5693790"/>
          <a:ext cx="5258903" cy="329890"/>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
        <p:nvSpPr>
          <p:cNvPr id="4" name="Slide Number Placeholder 3">
            <a:extLst>
              <a:ext uri="{FF2B5EF4-FFF2-40B4-BE49-F238E27FC236}">
                <a16:creationId xmlns:a16="http://schemas.microsoft.com/office/drawing/2014/main" id="{3ECAC315-D873-41E8-BB24-C4382A056CAF}"/>
              </a:ext>
            </a:extLst>
          </p:cNvPr>
          <p:cNvSpPr>
            <a:spLocks noGrp="1"/>
          </p:cNvSpPr>
          <p:nvPr>
            <p:ph type="sldNum" sz="quarter" idx="12"/>
          </p:nvPr>
        </p:nvSpPr>
        <p:spPr/>
        <p:txBody>
          <a:bodyPr/>
          <a:lstStyle/>
          <a:p>
            <a:fld id="{07CE569E-9B7C-4CB9-AB80-C0841F922CFF}" type="slidenum">
              <a:rPr lang="en-US" smtClean="0"/>
              <a:pPr/>
              <a:t>1</a:t>
            </a:fld>
            <a:endParaRPr lang="en-US" dirty="0"/>
          </a:p>
        </p:txBody>
      </p:sp>
      <p:sp>
        <p:nvSpPr>
          <p:cNvPr id="58" name="Freeform: Shape 57">
            <a:extLst>
              <a:ext uri="{FF2B5EF4-FFF2-40B4-BE49-F238E27FC236}">
                <a16:creationId xmlns:a16="http://schemas.microsoft.com/office/drawing/2014/main" id="{2E15A2B6-8566-44EC-A8C8-8A72969118F9}"/>
              </a:ext>
              <a:ext uri="{C183D7F6-B498-43B3-948B-1728B52AA6E4}">
                <adec:decorative xmlns:adec="http://schemas.microsoft.com/office/drawing/2017/decorative" val="1"/>
              </a:ext>
            </a:extLst>
          </p:cNvPr>
          <p:cNvSpPr/>
          <p:nvPr/>
        </p:nvSpPr>
        <p:spPr>
          <a:xfrm>
            <a:off x="6919274" y="169682"/>
            <a:ext cx="5272726" cy="4308050"/>
          </a:xfrm>
          <a:custGeom>
            <a:avLst/>
            <a:gdLst>
              <a:gd name="connsiteX0" fmla="*/ 0 w 5756090"/>
              <a:gd name="connsiteY0" fmla="*/ 0 h 3960681"/>
              <a:gd name="connsiteX1" fmla="*/ 5756090 w 5756090"/>
              <a:gd name="connsiteY1" fmla="*/ 0 h 3960681"/>
              <a:gd name="connsiteX2" fmla="*/ 5756090 w 5756090"/>
              <a:gd name="connsiteY2" fmla="*/ 3463038 h 3960681"/>
              <a:gd name="connsiteX3" fmla="*/ 5558511 w 5756090"/>
              <a:gd name="connsiteY3" fmla="*/ 3561320 h 3960681"/>
              <a:gd name="connsiteX4" fmla="*/ 3480391 w 5756090"/>
              <a:gd name="connsiteY4" fmla="*/ 3940416 h 3960681"/>
              <a:gd name="connsiteX5" fmla="*/ 1605774 w 5756090"/>
              <a:gd name="connsiteY5" fmla="*/ 2854397 h 3960681"/>
              <a:gd name="connsiteX6" fmla="*/ 74389 w 5756090"/>
              <a:gd name="connsiteY6" fmla="*/ 325223 h 3960681"/>
              <a:gd name="connsiteX7" fmla="*/ 16895 w 5756090"/>
              <a:gd name="connsiteY7" fmla="*/ 104576 h 3960681"/>
              <a:gd name="connsiteX0" fmla="*/ 5739463 w 5739463"/>
              <a:gd name="connsiteY0" fmla="*/ 0 h 3960681"/>
              <a:gd name="connsiteX1" fmla="*/ 5739463 w 5739463"/>
              <a:gd name="connsiteY1" fmla="*/ 3463038 h 3960681"/>
              <a:gd name="connsiteX2" fmla="*/ 5541884 w 5739463"/>
              <a:gd name="connsiteY2" fmla="*/ 3561320 h 3960681"/>
              <a:gd name="connsiteX3" fmla="*/ 3463764 w 5739463"/>
              <a:gd name="connsiteY3" fmla="*/ 3940416 h 3960681"/>
              <a:gd name="connsiteX4" fmla="*/ 1589147 w 5739463"/>
              <a:gd name="connsiteY4" fmla="*/ 2854397 h 3960681"/>
              <a:gd name="connsiteX5" fmla="*/ 57762 w 5739463"/>
              <a:gd name="connsiteY5" fmla="*/ 325223 h 3960681"/>
              <a:gd name="connsiteX6" fmla="*/ 268 w 5739463"/>
              <a:gd name="connsiteY6" fmla="*/ 104576 h 3960681"/>
              <a:gd name="connsiteX7" fmla="*/ 79475 w 5739463"/>
              <a:gd name="connsiteY7" fmla="*/ 79214 h 3960681"/>
              <a:gd name="connsiteX0" fmla="*/ 5739195 w 5739195"/>
              <a:gd name="connsiteY0" fmla="*/ 0 h 3960681"/>
              <a:gd name="connsiteX1" fmla="*/ 5739195 w 5739195"/>
              <a:gd name="connsiteY1" fmla="*/ 3463038 h 3960681"/>
              <a:gd name="connsiteX2" fmla="*/ 5541616 w 5739195"/>
              <a:gd name="connsiteY2" fmla="*/ 3561320 h 3960681"/>
              <a:gd name="connsiteX3" fmla="*/ 3463496 w 5739195"/>
              <a:gd name="connsiteY3" fmla="*/ 3940416 h 3960681"/>
              <a:gd name="connsiteX4" fmla="*/ 1588879 w 5739195"/>
              <a:gd name="connsiteY4" fmla="*/ 2854397 h 3960681"/>
              <a:gd name="connsiteX5" fmla="*/ 57494 w 5739195"/>
              <a:gd name="connsiteY5" fmla="*/ 325223 h 3960681"/>
              <a:gd name="connsiteX6" fmla="*/ 0 w 5739195"/>
              <a:gd name="connsiteY6" fmla="*/ 104576 h 3960681"/>
              <a:gd name="connsiteX0" fmla="*/ 5739195 w 5739195"/>
              <a:gd name="connsiteY0" fmla="*/ 3358462 h 3856105"/>
              <a:gd name="connsiteX1" fmla="*/ 5541616 w 5739195"/>
              <a:gd name="connsiteY1" fmla="*/ 3456744 h 3856105"/>
              <a:gd name="connsiteX2" fmla="*/ 3463496 w 5739195"/>
              <a:gd name="connsiteY2" fmla="*/ 3835840 h 3856105"/>
              <a:gd name="connsiteX3" fmla="*/ 1588879 w 5739195"/>
              <a:gd name="connsiteY3" fmla="*/ 2749821 h 3856105"/>
              <a:gd name="connsiteX4" fmla="*/ 57494 w 5739195"/>
              <a:gd name="connsiteY4" fmla="*/ 220647 h 3856105"/>
              <a:gd name="connsiteX5" fmla="*/ 0 w 5739195"/>
              <a:gd name="connsiteY5" fmla="*/ 0 h 3856105"/>
              <a:gd name="connsiteX0" fmla="*/ 5799259 w 5799259"/>
              <a:gd name="connsiteY0" fmla="*/ 3482233 h 3979876"/>
              <a:gd name="connsiteX1" fmla="*/ 5601680 w 5799259"/>
              <a:gd name="connsiteY1" fmla="*/ 3580515 h 3979876"/>
              <a:gd name="connsiteX2" fmla="*/ 3523560 w 5799259"/>
              <a:gd name="connsiteY2" fmla="*/ 3959611 h 3979876"/>
              <a:gd name="connsiteX3" fmla="*/ 1648943 w 5799259"/>
              <a:gd name="connsiteY3" fmla="*/ 2873592 h 3979876"/>
              <a:gd name="connsiteX4" fmla="*/ 117558 w 5799259"/>
              <a:gd name="connsiteY4" fmla="*/ 344418 h 3979876"/>
              <a:gd name="connsiteX5" fmla="*/ 0 w 5799259"/>
              <a:gd name="connsiteY5" fmla="*/ 0 h 3979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99259" h="3979876">
                <a:moveTo>
                  <a:pt x="5799259" y="3482233"/>
                </a:moveTo>
                <a:lnTo>
                  <a:pt x="5601680" y="3580515"/>
                </a:lnTo>
                <a:cubicBezTo>
                  <a:pt x="4922508" y="3893723"/>
                  <a:pt x="4146966" y="4035971"/>
                  <a:pt x="3523560" y="3959611"/>
                </a:cubicBezTo>
                <a:cubicBezTo>
                  <a:pt x="2795137" y="3870656"/>
                  <a:pt x="2146179" y="3429872"/>
                  <a:pt x="1648943" y="2873592"/>
                </a:cubicBezTo>
                <a:cubicBezTo>
                  <a:pt x="1321865" y="2507432"/>
                  <a:pt x="420219" y="1339817"/>
                  <a:pt x="117558" y="344418"/>
                </a:cubicBezTo>
                <a:cubicBezTo>
                  <a:pt x="94859" y="269763"/>
                  <a:pt x="15466" y="72306"/>
                  <a:pt x="0" y="0"/>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2847659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9A76E37-1467-4F0D-927C-AEC0E2846867}"/>
              </a:ext>
            </a:extLst>
          </p:cNvPr>
          <p:cNvSpPr>
            <a:spLocks noGrp="1"/>
          </p:cNvSpPr>
          <p:nvPr>
            <p:ph type="title"/>
          </p:nvPr>
        </p:nvSpPr>
        <p:spPr>
          <a:xfrm>
            <a:off x="1752415" y="609884"/>
            <a:ext cx="4572000" cy="1524000"/>
          </a:xfrm>
        </p:spPr>
        <p:txBody>
          <a:bodyPr/>
          <a:lstStyle/>
          <a:p>
            <a:r>
              <a:rPr lang="en-US" dirty="0"/>
              <a:t>AGENDA</a:t>
            </a:r>
          </a:p>
        </p:txBody>
      </p:sp>
      <p:pic>
        <p:nvPicPr>
          <p:cNvPr id="11" name="Picture Placeholder 10" descr="A picture containing food, different, several, variety">
            <a:extLst>
              <a:ext uri="{FF2B5EF4-FFF2-40B4-BE49-F238E27FC236}">
                <a16:creationId xmlns:a16="http://schemas.microsoft.com/office/drawing/2014/main" id="{AF040032-2C50-4A91-A8A9-750A9E1CA99A}"/>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t="210" b="210"/>
          <a:stretch/>
        </p:blipFill>
        <p:spPr/>
      </p:pic>
      <p:graphicFrame>
        <p:nvGraphicFramePr>
          <p:cNvPr id="7" name="Content Placeholder 6">
            <a:extLst>
              <a:ext uri="{FF2B5EF4-FFF2-40B4-BE49-F238E27FC236}">
                <a16:creationId xmlns:a16="http://schemas.microsoft.com/office/drawing/2014/main" id="{581A2439-9B4B-5B32-B537-8C640EEEE77A}"/>
              </a:ext>
            </a:extLst>
          </p:cNvPr>
          <p:cNvGraphicFramePr>
            <a:graphicFrameLocks noGrp="1"/>
          </p:cNvGraphicFramePr>
          <p:nvPr>
            <p:ph idx="1"/>
            <p:extLst>
              <p:ext uri="{D42A27DB-BD31-4B8C-83A1-F6EECF244321}">
                <p14:modId xmlns:p14="http://schemas.microsoft.com/office/powerpoint/2010/main" val="3758849067"/>
              </p:ext>
            </p:extLst>
          </p:nvPr>
        </p:nvGraphicFramePr>
        <p:xfrm>
          <a:off x="1291079" y="2217339"/>
          <a:ext cx="5334000" cy="304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3" name="Picture Placeholder 12" descr="Coffee on a wooden table with water ">
            <a:extLst>
              <a:ext uri="{FF2B5EF4-FFF2-40B4-BE49-F238E27FC236}">
                <a16:creationId xmlns:a16="http://schemas.microsoft.com/office/drawing/2014/main" id="{730189FF-93BC-4663-B776-E572DC6C0E4E}"/>
              </a:ext>
            </a:extLst>
          </p:cNvPr>
          <p:cNvPicPr>
            <a:picLocks noGrp="1" noChangeAspect="1"/>
          </p:cNvPicPr>
          <p:nvPr>
            <p:ph type="pic" sz="quarter" idx="14"/>
          </p:nvPr>
        </p:nvPicPr>
        <p:blipFill rotWithShape="1">
          <a:blip r:embed="rId8" cstate="screen">
            <a:extLst>
              <a:ext uri="{28A0092B-C50C-407E-A947-70E740481C1C}">
                <a14:useLocalDpi xmlns:a14="http://schemas.microsoft.com/office/drawing/2010/main" val="0"/>
              </a:ext>
            </a:extLst>
          </a:blip>
          <a:srcRect l="65" r="65"/>
          <a:stretch/>
        </p:blipFill>
        <p:spPr/>
      </p:pic>
      <p:sp>
        <p:nvSpPr>
          <p:cNvPr id="2" name="Date Placeholder 1">
            <a:extLst>
              <a:ext uri="{FF2B5EF4-FFF2-40B4-BE49-F238E27FC236}">
                <a16:creationId xmlns:a16="http://schemas.microsoft.com/office/drawing/2014/main" id="{827D9780-42D9-4BF5-961F-92F29C30A1E2}"/>
              </a:ext>
            </a:extLst>
          </p:cNvPr>
          <p:cNvSpPr>
            <a:spLocks noGrp="1"/>
          </p:cNvSpPr>
          <p:nvPr>
            <p:ph type="dt" sz="half" idx="10"/>
          </p:nvPr>
        </p:nvSpPr>
        <p:spPr/>
        <p:txBody>
          <a:bodyPr/>
          <a:lstStyle/>
          <a:p>
            <a:r>
              <a:rPr lang="en-US"/>
              <a:t>2/1/20XX</a:t>
            </a:r>
            <a:endParaRPr lang="en-US" dirty="0"/>
          </a:p>
        </p:txBody>
      </p:sp>
      <p:sp>
        <p:nvSpPr>
          <p:cNvPr id="3" name="Footer Placeholder 2">
            <a:extLst>
              <a:ext uri="{FF2B5EF4-FFF2-40B4-BE49-F238E27FC236}">
                <a16:creationId xmlns:a16="http://schemas.microsoft.com/office/drawing/2014/main" id="{85403A2D-E4C7-41F1-BAC7-0769C4828392}"/>
              </a:ext>
            </a:extLst>
          </p:cNvPr>
          <p:cNvSpPr>
            <a:spLocks noGrp="1"/>
          </p:cNvSpPr>
          <p:nvPr>
            <p:ph type="ftr" sz="quarter" idx="11"/>
          </p:nvPr>
        </p:nvSpPr>
        <p:spPr/>
        <p:txBody>
          <a:bodyPr/>
          <a:lstStyle/>
          <a:p>
            <a:r>
              <a:rPr lang="en-US" dirty="0"/>
              <a:t>The Bright Coffee shop </a:t>
            </a:r>
          </a:p>
        </p:txBody>
      </p:sp>
      <p:sp>
        <p:nvSpPr>
          <p:cNvPr id="4" name="Slide Number Placeholder 3">
            <a:extLst>
              <a:ext uri="{FF2B5EF4-FFF2-40B4-BE49-F238E27FC236}">
                <a16:creationId xmlns:a16="http://schemas.microsoft.com/office/drawing/2014/main" id="{2954CFD6-7409-4287-B008-E6E9200ED0D6}"/>
              </a:ext>
            </a:extLst>
          </p:cNvPr>
          <p:cNvSpPr>
            <a:spLocks noGrp="1"/>
          </p:cNvSpPr>
          <p:nvPr>
            <p:ph type="sldNum" sz="quarter" idx="12"/>
          </p:nvPr>
        </p:nvSpPr>
        <p:spPr/>
        <p:txBody>
          <a:bodyPr/>
          <a:lstStyle/>
          <a:p>
            <a:fld id="{07CE569E-9B7C-4CB9-AB80-C0841F922CFF}" type="slidenum">
              <a:rPr lang="en-US" smtClean="0"/>
              <a:pPr/>
              <a:t>2</a:t>
            </a:fld>
            <a:endParaRPr lang="en-US" dirty="0"/>
          </a:p>
        </p:txBody>
      </p:sp>
      <p:sp>
        <p:nvSpPr>
          <p:cNvPr id="19" name="Freeform: Shape 18">
            <a:extLst>
              <a:ext uri="{FF2B5EF4-FFF2-40B4-BE49-F238E27FC236}">
                <a16:creationId xmlns:a16="http://schemas.microsoft.com/office/drawing/2014/main" id="{4A837396-9198-4DFD-BAAD-EF9260C9600B}"/>
              </a:ext>
              <a:ext uri="{C183D7F6-B498-43B3-948B-1728B52AA6E4}">
                <adec:decorative xmlns:adec="http://schemas.microsoft.com/office/drawing/2017/decorative" val="1"/>
              </a:ext>
            </a:extLst>
          </p:cNvPr>
          <p:cNvSpPr/>
          <p:nvPr/>
        </p:nvSpPr>
        <p:spPr>
          <a:xfrm rot="14885154" flipH="1">
            <a:off x="7164734" y="-2511844"/>
            <a:ext cx="3825181" cy="624345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pic>
        <p:nvPicPr>
          <p:cNvPr id="18" name="Picture 17">
            <a:extLst>
              <a:ext uri="{FF2B5EF4-FFF2-40B4-BE49-F238E27FC236}">
                <a16:creationId xmlns:a16="http://schemas.microsoft.com/office/drawing/2014/main" id="{BD744AE8-0AC1-5914-7275-727E67624EC6}"/>
              </a:ext>
            </a:extLst>
          </p:cNvPr>
          <p:cNvPicPr>
            <a:picLocks noChangeAspect="1"/>
          </p:cNvPicPr>
          <p:nvPr/>
        </p:nvPicPr>
        <p:blipFill>
          <a:blip r:embed="rId9"/>
          <a:stretch>
            <a:fillRect/>
          </a:stretch>
        </p:blipFill>
        <p:spPr>
          <a:xfrm>
            <a:off x="8533570" y="3136779"/>
            <a:ext cx="2439230" cy="2439230"/>
          </a:xfrm>
          <a:prstGeom prst="rect">
            <a:avLst/>
          </a:prstGeom>
        </p:spPr>
      </p:pic>
    </p:spTree>
    <p:extLst>
      <p:ext uri="{BB962C8B-B14F-4D97-AF65-F5344CB8AC3E}">
        <p14:creationId xmlns:p14="http://schemas.microsoft.com/office/powerpoint/2010/main" val="4209107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544876-723D-4D03-A88B-95451971C24C}"/>
              </a:ext>
            </a:extLst>
          </p:cNvPr>
          <p:cNvSpPr>
            <a:spLocks noGrp="1"/>
          </p:cNvSpPr>
          <p:nvPr>
            <p:ph type="ctrTitle"/>
          </p:nvPr>
        </p:nvSpPr>
        <p:spPr>
          <a:xfrm>
            <a:off x="299522" y="206861"/>
            <a:ext cx="3120272" cy="993034"/>
          </a:xfrm>
        </p:spPr>
        <p:txBody>
          <a:bodyPr/>
          <a:lstStyle/>
          <a:p>
            <a:r>
              <a:rPr lang="en-US" dirty="0"/>
              <a:t>Product Analysis</a:t>
            </a:r>
          </a:p>
        </p:txBody>
      </p:sp>
      <p:graphicFrame>
        <p:nvGraphicFramePr>
          <p:cNvPr id="11" name="Diagram 10">
            <a:extLst>
              <a:ext uri="{FF2B5EF4-FFF2-40B4-BE49-F238E27FC236}">
                <a16:creationId xmlns:a16="http://schemas.microsoft.com/office/drawing/2014/main" id="{CA707A5D-485D-8FB3-8836-17F0E825602E}"/>
              </a:ext>
            </a:extLst>
          </p:cNvPr>
          <p:cNvGraphicFramePr/>
          <p:nvPr>
            <p:extLst>
              <p:ext uri="{D42A27DB-BD31-4B8C-83A1-F6EECF244321}">
                <p14:modId xmlns:p14="http://schemas.microsoft.com/office/powerpoint/2010/main" val="1381498779"/>
              </p:ext>
            </p:extLst>
          </p:nvPr>
        </p:nvGraphicFramePr>
        <p:xfrm>
          <a:off x="5504872" y="4571999"/>
          <a:ext cx="4423629" cy="11914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3" name="Picture Placeholder 32" descr="Coffee Beans">
            <a:extLst>
              <a:ext uri="{FF2B5EF4-FFF2-40B4-BE49-F238E27FC236}">
                <a16:creationId xmlns:a16="http://schemas.microsoft.com/office/drawing/2014/main" id="{EFE4CD54-D756-430F-89FF-C9852B3EEA1D}"/>
              </a:ext>
            </a:extLst>
          </p:cNvPr>
          <p:cNvPicPr>
            <a:picLocks noGrp="1" noChangeAspect="1"/>
          </p:cNvPicPr>
          <p:nvPr>
            <p:ph type="pic" sz="quarter" idx="15"/>
          </p:nvPr>
        </p:nvPicPr>
        <p:blipFill rotWithShape="1">
          <a:blip r:embed="rId7" cstate="screen">
            <a:extLst>
              <a:ext uri="{28A0092B-C50C-407E-A947-70E740481C1C}">
                <a14:useLocalDpi xmlns:a14="http://schemas.microsoft.com/office/drawing/2010/main" val="0"/>
              </a:ext>
            </a:extLst>
          </a:blip>
          <a:srcRect t="183" b="183"/>
          <a:stretch/>
        </p:blipFill>
        <p:spPr/>
      </p:pic>
      <p:graphicFrame>
        <p:nvGraphicFramePr>
          <p:cNvPr id="12" name="Diagram 11">
            <a:extLst>
              <a:ext uri="{FF2B5EF4-FFF2-40B4-BE49-F238E27FC236}">
                <a16:creationId xmlns:a16="http://schemas.microsoft.com/office/drawing/2014/main" id="{07827CCF-B887-9DE3-CD35-7E1C2DF4684D}"/>
              </a:ext>
            </a:extLst>
          </p:cNvPr>
          <p:cNvGraphicFramePr/>
          <p:nvPr>
            <p:extLst>
              <p:ext uri="{D42A27DB-BD31-4B8C-83A1-F6EECF244321}">
                <p14:modId xmlns:p14="http://schemas.microsoft.com/office/powerpoint/2010/main" val="2464193185"/>
              </p:ext>
            </p:extLst>
          </p:nvPr>
        </p:nvGraphicFramePr>
        <p:xfrm>
          <a:off x="2013527" y="1349372"/>
          <a:ext cx="6557794" cy="219739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255728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EED2B910-B28F-4A54-B17C-8B7E5893A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C545F118-1DF8-46A9-8A77-B3D9422CEA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98775" y="1847088"/>
            <a:ext cx="5548039"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2" name="Slide Number Placeholder 21">
            <a:extLst>
              <a:ext uri="{FF2B5EF4-FFF2-40B4-BE49-F238E27FC236}">
                <a16:creationId xmlns:a16="http://schemas.microsoft.com/office/drawing/2014/main" id="{71E0E5CE-236B-487E-AC72-58779AC36A32}"/>
              </a:ext>
            </a:extLst>
          </p:cNvPr>
          <p:cNvSpPr>
            <a:spLocks noGrp="1"/>
          </p:cNvSpPr>
          <p:nvPr>
            <p:ph type="sldNum" sz="quarter" idx="12"/>
          </p:nvPr>
        </p:nvSpPr>
        <p:spPr>
          <a:xfrm>
            <a:off x="11041626" y="798973"/>
            <a:ext cx="412956" cy="390730"/>
          </a:xfrm>
        </p:spPr>
        <p:txBody>
          <a:bodyPr>
            <a:normAutofit fontScale="85000" lnSpcReduction="20000"/>
          </a:bodyPr>
          <a:lstStyle/>
          <a:p>
            <a:pPr algn="l">
              <a:spcAft>
                <a:spcPts val="600"/>
              </a:spcAft>
            </a:pPr>
            <a:r>
              <a:rPr lang="en-US" dirty="0"/>
              <a:t>2</a:t>
            </a:r>
          </a:p>
        </p:txBody>
      </p:sp>
      <p:sp>
        <p:nvSpPr>
          <p:cNvPr id="60" name="Rectangle 59">
            <a:extLst>
              <a:ext uri="{FF2B5EF4-FFF2-40B4-BE49-F238E27FC236}">
                <a16:creationId xmlns:a16="http://schemas.microsoft.com/office/drawing/2014/main" id="{7CAB7D27-148D-4082-B160-72FAD580D6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8" name="Picture 7">
            <a:extLst>
              <a:ext uri="{FF2B5EF4-FFF2-40B4-BE49-F238E27FC236}">
                <a16:creationId xmlns:a16="http://schemas.microsoft.com/office/drawing/2014/main" id="{AD2DFD14-181A-CA53-2539-13EB04F826D2}"/>
              </a:ext>
            </a:extLst>
          </p:cNvPr>
          <p:cNvPicPr>
            <a:picLocks noChangeAspect="1"/>
          </p:cNvPicPr>
          <p:nvPr/>
        </p:nvPicPr>
        <p:blipFill>
          <a:blip r:embed="rId3"/>
          <a:stretch>
            <a:fillRect/>
          </a:stretch>
        </p:blipFill>
        <p:spPr>
          <a:xfrm>
            <a:off x="3797073" y="2635875"/>
            <a:ext cx="4354017" cy="2568870"/>
          </a:xfrm>
          <a:prstGeom prst="rect">
            <a:avLst/>
          </a:prstGeom>
        </p:spPr>
      </p:pic>
      <p:pic>
        <p:nvPicPr>
          <p:cNvPr id="6" name="Content Placeholder 5">
            <a:extLst>
              <a:ext uri="{FF2B5EF4-FFF2-40B4-BE49-F238E27FC236}">
                <a16:creationId xmlns:a16="http://schemas.microsoft.com/office/drawing/2014/main" id="{3F879EE5-5070-91F8-58FC-84CBAAE91611}"/>
              </a:ext>
            </a:extLst>
          </p:cNvPr>
          <p:cNvPicPr>
            <a:picLocks noGrp="1" noChangeAspect="1"/>
          </p:cNvPicPr>
          <p:nvPr>
            <p:ph idx="1"/>
          </p:nvPr>
        </p:nvPicPr>
        <p:blipFill>
          <a:blip r:embed="rId4"/>
          <a:stretch>
            <a:fillRect/>
          </a:stretch>
        </p:blipFill>
        <p:spPr>
          <a:xfrm>
            <a:off x="109785" y="2667321"/>
            <a:ext cx="2636837" cy="2645209"/>
          </a:xfrm>
          <a:prstGeom prst="rect">
            <a:avLst/>
          </a:prstGeom>
        </p:spPr>
      </p:pic>
      <p:sp>
        <p:nvSpPr>
          <p:cNvPr id="20" name="Date Placeholder 19">
            <a:extLst>
              <a:ext uri="{FF2B5EF4-FFF2-40B4-BE49-F238E27FC236}">
                <a16:creationId xmlns:a16="http://schemas.microsoft.com/office/drawing/2014/main" id="{8FBCCCF6-B802-4A73-BF18-2EFAC52C0341}"/>
              </a:ext>
            </a:extLst>
          </p:cNvPr>
          <p:cNvSpPr>
            <a:spLocks noGrp="1"/>
          </p:cNvSpPr>
          <p:nvPr>
            <p:ph type="dt" sz="half" idx="10"/>
          </p:nvPr>
        </p:nvSpPr>
        <p:spPr>
          <a:xfrm>
            <a:off x="5198775" y="5414937"/>
            <a:ext cx="5550357" cy="309201"/>
          </a:xfrm>
        </p:spPr>
        <p:txBody>
          <a:bodyPr>
            <a:normAutofit/>
          </a:bodyPr>
          <a:lstStyle/>
          <a:p>
            <a:pPr algn="l">
              <a:spcAft>
                <a:spcPts val="600"/>
              </a:spcAft>
            </a:pPr>
            <a:r>
              <a:rPr lang="en-US" dirty="0"/>
              <a:t>2026/03/31</a:t>
            </a:r>
          </a:p>
        </p:txBody>
      </p:sp>
      <p:pic>
        <p:nvPicPr>
          <p:cNvPr id="61" name="Picture 60">
            <a:extLst>
              <a:ext uri="{FF2B5EF4-FFF2-40B4-BE49-F238E27FC236}">
                <a16:creationId xmlns:a16="http://schemas.microsoft.com/office/drawing/2014/main" id="{CD88FC76-F691-462A-BCF9-0BA4F5DE6D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62" name="Straight Connector 61">
            <a:extLst>
              <a:ext uri="{FF2B5EF4-FFF2-40B4-BE49-F238E27FC236}">
                <a16:creationId xmlns:a16="http://schemas.microsoft.com/office/drawing/2014/main" id="{33204A7E-B7E9-42D0-9DC4-B82FDC8C4B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4" name="Diagram 3">
            <a:extLst>
              <a:ext uri="{FF2B5EF4-FFF2-40B4-BE49-F238E27FC236}">
                <a16:creationId xmlns:a16="http://schemas.microsoft.com/office/drawing/2014/main" id="{D099D02B-4846-0D7F-361E-29C2B4F1A5E4}"/>
              </a:ext>
            </a:extLst>
          </p:cNvPr>
          <p:cNvGraphicFramePr/>
          <p:nvPr>
            <p:extLst>
              <p:ext uri="{D42A27DB-BD31-4B8C-83A1-F6EECF244321}">
                <p14:modId xmlns:p14="http://schemas.microsoft.com/office/powerpoint/2010/main" val="1413127540"/>
              </p:ext>
            </p:extLst>
          </p:nvPr>
        </p:nvGraphicFramePr>
        <p:xfrm>
          <a:off x="4311891" y="323682"/>
          <a:ext cx="4204037" cy="150397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0" name="TextBox 9">
            <a:extLst>
              <a:ext uri="{FF2B5EF4-FFF2-40B4-BE49-F238E27FC236}">
                <a16:creationId xmlns:a16="http://schemas.microsoft.com/office/drawing/2014/main" id="{971B4B79-F8AB-E663-5770-74E286A86D11}"/>
              </a:ext>
            </a:extLst>
          </p:cNvPr>
          <p:cNvSpPr txBox="1"/>
          <p:nvPr/>
        </p:nvSpPr>
        <p:spPr>
          <a:xfrm>
            <a:off x="964126" y="135728"/>
            <a:ext cx="2971800" cy="2308324"/>
          </a:xfrm>
          <a:prstGeom prst="rect">
            <a:avLst/>
          </a:prstGeom>
          <a:noFill/>
        </p:spPr>
        <p:txBody>
          <a:bodyPr wrap="square">
            <a:spAutoFit/>
          </a:bodyPr>
          <a:lstStyle/>
          <a:p>
            <a:r>
              <a:rPr lang="en-US" dirty="0"/>
              <a:t>Starting with overall sales performance, we assess total revenue, total quantity sold, and average transaction value over the selected period. This gives us a high-level view of how the business is performing</a:t>
            </a:r>
            <a:endParaRPr lang="en-ZA" dirty="0"/>
          </a:p>
        </p:txBody>
      </p:sp>
      <p:sp>
        <p:nvSpPr>
          <p:cNvPr id="13" name="TextBox 12">
            <a:extLst>
              <a:ext uri="{FF2B5EF4-FFF2-40B4-BE49-F238E27FC236}">
                <a16:creationId xmlns:a16="http://schemas.microsoft.com/office/drawing/2014/main" id="{73F55A5B-62BA-3E4A-FEF5-29CDC3C590A0}"/>
              </a:ext>
            </a:extLst>
          </p:cNvPr>
          <p:cNvSpPr txBox="1"/>
          <p:nvPr/>
        </p:nvSpPr>
        <p:spPr>
          <a:xfrm>
            <a:off x="8442035" y="2038912"/>
            <a:ext cx="3094183" cy="2308324"/>
          </a:xfrm>
          <a:prstGeom prst="rect">
            <a:avLst/>
          </a:prstGeom>
          <a:noFill/>
        </p:spPr>
        <p:txBody>
          <a:bodyPr wrap="square">
            <a:spAutoFit/>
          </a:bodyPr>
          <a:lstStyle/>
          <a:p>
            <a:r>
              <a:rPr lang="en-US" dirty="0"/>
              <a:t>In this section, we analyses product performance to identify top-performing and underperforming products based on revenue and quantity sold. This helps us understand customer preferences and demand drivers</a:t>
            </a:r>
            <a:endParaRPr lang="en-ZA" dirty="0"/>
          </a:p>
        </p:txBody>
      </p:sp>
      <p:cxnSp>
        <p:nvCxnSpPr>
          <p:cNvPr id="18" name="Connector: Elbow 17">
            <a:extLst>
              <a:ext uri="{FF2B5EF4-FFF2-40B4-BE49-F238E27FC236}">
                <a16:creationId xmlns:a16="http://schemas.microsoft.com/office/drawing/2014/main" id="{C32F4980-1DE7-ECF5-167F-573E888E9A21}"/>
              </a:ext>
            </a:extLst>
          </p:cNvPr>
          <p:cNvCxnSpPr/>
          <p:nvPr/>
        </p:nvCxnSpPr>
        <p:spPr>
          <a:xfrm rot="5400000">
            <a:off x="2111351" y="2229740"/>
            <a:ext cx="552498" cy="341746"/>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6" name="Connector: Elbow 25">
            <a:extLst>
              <a:ext uri="{FF2B5EF4-FFF2-40B4-BE49-F238E27FC236}">
                <a16:creationId xmlns:a16="http://schemas.microsoft.com/office/drawing/2014/main" id="{47DC0804-4F91-ED26-5ABB-95CED9280240}"/>
              </a:ext>
            </a:extLst>
          </p:cNvPr>
          <p:cNvCxnSpPr>
            <a:cxnSpLocks/>
          </p:cNvCxnSpPr>
          <p:nvPr/>
        </p:nvCxnSpPr>
        <p:spPr>
          <a:xfrm rot="10800000" flipV="1">
            <a:off x="8229602" y="4248726"/>
            <a:ext cx="748144" cy="5172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3819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0C41EDD2-2895-70C4-DDF0-8940931A367F}"/>
            </a:ext>
          </a:extLst>
        </p:cNvPr>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2D30313F-7566-344B-FB21-C6E786827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D6FD8334-A0E7-EF9F-B6FE-5731EE0CC1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98775" y="1847088"/>
            <a:ext cx="5548039"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2" name="Slide Number Placeholder 21">
            <a:extLst>
              <a:ext uri="{FF2B5EF4-FFF2-40B4-BE49-F238E27FC236}">
                <a16:creationId xmlns:a16="http://schemas.microsoft.com/office/drawing/2014/main" id="{EA68603D-E5DE-A116-7DC3-D787C7C8B38B}"/>
              </a:ext>
            </a:extLst>
          </p:cNvPr>
          <p:cNvSpPr>
            <a:spLocks noGrp="1"/>
          </p:cNvSpPr>
          <p:nvPr>
            <p:ph type="sldNum" sz="quarter" idx="12"/>
          </p:nvPr>
        </p:nvSpPr>
        <p:spPr>
          <a:xfrm>
            <a:off x="11041626" y="798973"/>
            <a:ext cx="412956" cy="390730"/>
          </a:xfrm>
        </p:spPr>
        <p:txBody>
          <a:bodyPr>
            <a:normAutofit fontScale="85000" lnSpcReduction="20000"/>
          </a:bodyPr>
          <a:lstStyle/>
          <a:p>
            <a:pPr algn="l">
              <a:spcAft>
                <a:spcPts val="600"/>
              </a:spcAft>
            </a:pPr>
            <a:r>
              <a:rPr lang="en-US" dirty="0"/>
              <a:t>3</a:t>
            </a:r>
          </a:p>
        </p:txBody>
      </p:sp>
      <p:sp>
        <p:nvSpPr>
          <p:cNvPr id="60" name="Rectangle 59">
            <a:extLst>
              <a:ext uri="{FF2B5EF4-FFF2-40B4-BE49-F238E27FC236}">
                <a16:creationId xmlns:a16="http://schemas.microsoft.com/office/drawing/2014/main" id="{D639F48C-F6C1-3DAA-5D25-11A94BFADA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0" name="Date Placeholder 19">
            <a:extLst>
              <a:ext uri="{FF2B5EF4-FFF2-40B4-BE49-F238E27FC236}">
                <a16:creationId xmlns:a16="http://schemas.microsoft.com/office/drawing/2014/main" id="{6394ED02-0A2B-DDD1-8A93-E635E755819F}"/>
              </a:ext>
            </a:extLst>
          </p:cNvPr>
          <p:cNvSpPr>
            <a:spLocks noGrp="1"/>
          </p:cNvSpPr>
          <p:nvPr>
            <p:ph type="dt" sz="half" idx="10"/>
          </p:nvPr>
        </p:nvSpPr>
        <p:spPr>
          <a:xfrm>
            <a:off x="5198775" y="5380655"/>
            <a:ext cx="5550357" cy="309201"/>
          </a:xfrm>
        </p:spPr>
        <p:txBody>
          <a:bodyPr>
            <a:normAutofit/>
          </a:bodyPr>
          <a:lstStyle/>
          <a:p>
            <a:pPr algn="l">
              <a:spcAft>
                <a:spcPts val="600"/>
              </a:spcAft>
            </a:pPr>
            <a:r>
              <a:rPr lang="en-US" dirty="0"/>
              <a:t>2026/03/31</a:t>
            </a:r>
          </a:p>
        </p:txBody>
      </p:sp>
      <p:pic>
        <p:nvPicPr>
          <p:cNvPr id="61" name="Picture 60">
            <a:extLst>
              <a:ext uri="{FF2B5EF4-FFF2-40B4-BE49-F238E27FC236}">
                <a16:creationId xmlns:a16="http://schemas.microsoft.com/office/drawing/2014/main" id="{FE74139A-945B-0318-C442-5DDB621FDA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62" name="Straight Connector 61">
            <a:extLst>
              <a:ext uri="{FF2B5EF4-FFF2-40B4-BE49-F238E27FC236}">
                <a16:creationId xmlns:a16="http://schemas.microsoft.com/office/drawing/2014/main" id="{CF5D33D9-D941-7062-4310-99A5EFC679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4" name="Diagram 3">
            <a:extLst>
              <a:ext uri="{FF2B5EF4-FFF2-40B4-BE49-F238E27FC236}">
                <a16:creationId xmlns:a16="http://schemas.microsoft.com/office/drawing/2014/main" id="{BF30CE88-A7EC-0890-AAA3-1CC1A33A7655}"/>
              </a:ext>
            </a:extLst>
          </p:cNvPr>
          <p:cNvGraphicFramePr/>
          <p:nvPr>
            <p:extLst>
              <p:ext uri="{D42A27DB-BD31-4B8C-83A1-F6EECF244321}">
                <p14:modId xmlns:p14="http://schemas.microsoft.com/office/powerpoint/2010/main" val="2736063041"/>
              </p:ext>
            </p:extLst>
          </p:nvPr>
        </p:nvGraphicFramePr>
        <p:xfrm>
          <a:off x="4311891" y="323682"/>
          <a:ext cx="4204037" cy="150397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TextBox 8">
            <a:extLst>
              <a:ext uri="{FF2B5EF4-FFF2-40B4-BE49-F238E27FC236}">
                <a16:creationId xmlns:a16="http://schemas.microsoft.com/office/drawing/2014/main" id="{8094E4C7-699F-D925-579B-C60B0C5900ED}"/>
              </a:ext>
            </a:extLst>
          </p:cNvPr>
          <p:cNvSpPr txBox="1"/>
          <p:nvPr/>
        </p:nvSpPr>
        <p:spPr>
          <a:xfrm>
            <a:off x="298516" y="1278460"/>
            <a:ext cx="3455376" cy="1754326"/>
          </a:xfrm>
          <a:prstGeom prst="rect">
            <a:avLst/>
          </a:prstGeom>
          <a:noFill/>
        </p:spPr>
        <p:txBody>
          <a:bodyPr wrap="square">
            <a:spAutoFit/>
          </a:bodyPr>
          <a:lstStyle/>
          <a:p>
            <a:r>
              <a:rPr lang="en-US" dirty="0"/>
              <a:t>Here we </a:t>
            </a:r>
            <a:r>
              <a:rPr lang="en-US" dirty="0" err="1"/>
              <a:t>analyse</a:t>
            </a:r>
            <a:r>
              <a:rPr lang="en-US" dirty="0"/>
              <a:t> sales by time of day to identify peak trading periods. This helps us understand customer traffic patterns and </a:t>
            </a:r>
            <a:r>
              <a:rPr lang="en-US" dirty="0" err="1"/>
              <a:t>optimise</a:t>
            </a:r>
            <a:r>
              <a:rPr lang="en-US" dirty="0"/>
              <a:t> staffing and stock levels during busy hours</a:t>
            </a:r>
            <a:endParaRPr lang="en-ZA" dirty="0"/>
          </a:p>
        </p:txBody>
      </p:sp>
      <p:pic>
        <p:nvPicPr>
          <p:cNvPr id="15" name="Picture 14">
            <a:extLst>
              <a:ext uri="{FF2B5EF4-FFF2-40B4-BE49-F238E27FC236}">
                <a16:creationId xmlns:a16="http://schemas.microsoft.com/office/drawing/2014/main" id="{74D78C0B-6B3D-AE78-E619-77C8B1ED1649}"/>
              </a:ext>
            </a:extLst>
          </p:cNvPr>
          <p:cNvPicPr>
            <a:picLocks noChangeAspect="1"/>
          </p:cNvPicPr>
          <p:nvPr/>
        </p:nvPicPr>
        <p:blipFill>
          <a:blip r:embed="rId9"/>
          <a:stretch>
            <a:fillRect/>
          </a:stretch>
        </p:blipFill>
        <p:spPr>
          <a:xfrm>
            <a:off x="500237" y="3073403"/>
            <a:ext cx="4622019" cy="2937569"/>
          </a:xfrm>
          <a:prstGeom prst="rect">
            <a:avLst/>
          </a:prstGeom>
        </p:spPr>
      </p:pic>
      <p:cxnSp>
        <p:nvCxnSpPr>
          <p:cNvPr id="17" name="Connector: Elbow 16">
            <a:extLst>
              <a:ext uri="{FF2B5EF4-FFF2-40B4-BE49-F238E27FC236}">
                <a16:creationId xmlns:a16="http://schemas.microsoft.com/office/drawing/2014/main" id="{08DD2DBA-AB6D-3C80-D024-5F9A70DF704F}"/>
              </a:ext>
            </a:extLst>
          </p:cNvPr>
          <p:cNvCxnSpPr>
            <a:cxnSpLocks/>
          </p:cNvCxnSpPr>
          <p:nvPr/>
        </p:nvCxnSpPr>
        <p:spPr>
          <a:xfrm rot="16200000" flipH="1">
            <a:off x="2769807" y="2637361"/>
            <a:ext cx="429125" cy="36172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6786A2E0-BB62-6767-415D-152955978236}"/>
              </a:ext>
            </a:extLst>
          </p:cNvPr>
          <p:cNvSpPr txBox="1"/>
          <p:nvPr/>
        </p:nvSpPr>
        <p:spPr>
          <a:xfrm>
            <a:off x="9645001" y="2038912"/>
            <a:ext cx="2373923" cy="3139321"/>
          </a:xfrm>
          <a:prstGeom prst="rect">
            <a:avLst/>
          </a:prstGeom>
          <a:noFill/>
        </p:spPr>
        <p:txBody>
          <a:bodyPr wrap="square">
            <a:spAutoFit/>
          </a:bodyPr>
          <a:lstStyle/>
          <a:p>
            <a:r>
              <a:rPr lang="en-US" dirty="0"/>
              <a:t>To conclude, we review key performance indicators0 including total revenue, total transactions, best-selling products, peak hours, and top-performing stores to provide a complete view of business performance</a:t>
            </a:r>
            <a:endParaRPr lang="en-ZA" dirty="0"/>
          </a:p>
        </p:txBody>
      </p:sp>
      <p:pic>
        <p:nvPicPr>
          <p:cNvPr id="24" name="Picture 23">
            <a:extLst>
              <a:ext uri="{FF2B5EF4-FFF2-40B4-BE49-F238E27FC236}">
                <a16:creationId xmlns:a16="http://schemas.microsoft.com/office/drawing/2014/main" id="{69F49446-813B-B854-DC9E-23B89389E720}"/>
              </a:ext>
            </a:extLst>
          </p:cNvPr>
          <p:cNvPicPr>
            <a:picLocks noChangeAspect="1"/>
          </p:cNvPicPr>
          <p:nvPr/>
        </p:nvPicPr>
        <p:blipFill>
          <a:blip r:embed="rId10"/>
          <a:stretch>
            <a:fillRect/>
          </a:stretch>
        </p:blipFill>
        <p:spPr>
          <a:xfrm>
            <a:off x="5448136" y="2603661"/>
            <a:ext cx="4098933" cy="2937569"/>
          </a:xfrm>
          <a:prstGeom prst="rect">
            <a:avLst/>
          </a:prstGeom>
        </p:spPr>
      </p:pic>
      <p:cxnSp>
        <p:nvCxnSpPr>
          <p:cNvPr id="31" name="Connector: Elbow 30">
            <a:extLst>
              <a:ext uri="{FF2B5EF4-FFF2-40B4-BE49-F238E27FC236}">
                <a16:creationId xmlns:a16="http://schemas.microsoft.com/office/drawing/2014/main" id="{C346B4FF-B9ED-2574-0700-40EBE5133C69}"/>
              </a:ext>
            </a:extLst>
          </p:cNvPr>
          <p:cNvCxnSpPr/>
          <p:nvPr/>
        </p:nvCxnSpPr>
        <p:spPr>
          <a:xfrm rot="5400000">
            <a:off x="9293575" y="2252233"/>
            <a:ext cx="448036" cy="25481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607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A379177C-8F34-EC58-A6D2-9EE63EDE9C7D}"/>
            </a:ext>
          </a:extLst>
        </p:cNvPr>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1C2A4B30-77D7-4FFB-8B53-A88BD68CA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ate Placeholder 19">
            <a:extLst>
              <a:ext uri="{FF2B5EF4-FFF2-40B4-BE49-F238E27FC236}">
                <a16:creationId xmlns:a16="http://schemas.microsoft.com/office/drawing/2014/main" id="{592B121D-921D-7499-0260-320BB45E2022}"/>
              </a:ext>
            </a:extLst>
          </p:cNvPr>
          <p:cNvSpPr>
            <a:spLocks noGrp="1"/>
          </p:cNvSpPr>
          <p:nvPr>
            <p:ph type="dt" sz="half" idx="10"/>
          </p:nvPr>
        </p:nvSpPr>
        <p:spPr>
          <a:xfrm>
            <a:off x="7554138" y="330370"/>
            <a:ext cx="3500715" cy="309201"/>
          </a:xfrm>
        </p:spPr>
        <p:txBody>
          <a:bodyPr>
            <a:normAutofit/>
          </a:bodyPr>
          <a:lstStyle/>
          <a:p>
            <a:pPr>
              <a:spcAft>
                <a:spcPts val="600"/>
              </a:spcAft>
            </a:pPr>
            <a:r>
              <a:rPr lang="en-US"/>
              <a:t>2026/03/31</a:t>
            </a:r>
          </a:p>
        </p:txBody>
      </p:sp>
      <p:sp>
        <p:nvSpPr>
          <p:cNvPr id="22" name="Slide Number Placeholder 21">
            <a:extLst>
              <a:ext uri="{FF2B5EF4-FFF2-40B4-BE49-F238E27FC236}">
                <a16:creationId xmlns:a16="http://schemas.microsoft.com/office/drawing/2014/main" id="{C5746511-9EF4-2AB4-0900-7180C98378AA}"/>
              </a:ext>
            </a:extLst>
          </p:cNvPr>
          <p:cNvSpPr>
            <a:spLocks noGrp="1"/>
          </p:cNvSpPr>
          <p:nvPr>
            <p:ph type="sldNum" sz="quarter" idx="12"/>
          </p:nvPr>
        </p:nvSpPr>
        <p:spPr>
          <a:xfrm>
            <a:off x="480060" y="798973"/>
            <a:ext cx="811019" cy="503578"/>
          </a:xfrm>
        </p:spPr>
        <p:txBody>
          <a:bodyPr>
            <a:normAutofit/>
          </a:bodyPr>
          <a:lstStyle/>
          <a:p>
            <a:pPr>
              <a:lnSpc>
                <a:spcPct val="90000"/>
              </a:lnSpc>
              <a:spcAft>
                <a:spcPts val="600"/>
              </a:spcAft>
            </a:pPr>
            <a:r>
              <a:rPr lang="en-US"/>
              <a:t>3</a:t>
            </a:r>
          </a:p>
        </p:txBody>
      </p:sp>
      <p:cxnSp>
        <p:nvCxnSpPr>
          <p:cNvPr id="76" name="Straight Connector 75">
            <a:extLst>
              <a:ext uri="{FF2B5EF4-FFF2-40B4-BE49-F238E27FC236}">
                <a16:creationId xmlns:a16="http://schemas.microsoft.com/office/drawing/2014/main" id="{373AAE2E-5D6B-4952-A4BB-546C49F8DE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1579" y="1853754"/>
            <a:ext cx="432511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7" name="Rectangle 76">
            <a:extLst>
              <a:ext uri="{FF2B5EF4-FFF2-40B4-BE49-F238E27FC236}">
                <a16:creationId xmlns:a16="http://schemas.microsoft.com/office/drawing/2014/main" id="{01E4D783-AD45-49E7-B6C7-BBACB82906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83852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3" name="Picture 2">
            <a:extLst>
              <a:ext uri="{FF2B5EF4-FFF2-40B4-BE49-F238E27FC236}">
                <a16:creationId xmlns:a16="http://schemas.microsoft.com/office/drawing/2014/main" id="{D6D3DD19-20F2-47FC-F82A-F96D0B8CA066}"/>
              </a:ext>
            </a:extLst>
          </p:cNvPr>
          <p:cNvPicPr>
            <a:picLocks noChangeAspect="1"/>
          </p:cNvPicPr>
          <p:nvPr/>
        </p:nvPicPr>
        <p:blipFill>
          <a:blip r:embed="rId3"/>
          <a:stretch>
            <a:fillRect/>
          </a:stretch>
        </p:blipFill>
        <p:spPr>
          <a:xfrm>
            <a:off x="6951698" y="804519"/>
            <a:ext cx="3569189" cy="5285385"/>
          </a:xfrm>
          <a:prstGeom prst="rect">
            <a:avLst/>
          </a:prstGeom>
        </p:spPr>
      </p:pic>
      <p:graphicFrame>
        <p:nvGraphicFramePr>
          <p:cNvPr id="4" name="Diagram 3">
            <a:extLst>
              <a:ext uri="{FF2B5EF4-FFF2-40B4-BE49-F238E27FC236}">
                <a16:creationId xmlns:a16="http://schemas.microsoft.com/office/drawing/2014/main" id="{C311ED56-1374-575E-7015-650AABF3CC79}"/>
              </a:ext>
            </a:extLst>
          </p:cNvPr>
          <p:cNvGraphicFramePr/>
          <p:nvPr>
            <p:extLst>
              <p:ext uri="{D42A27DB-BD31-4B8C-83A1-F6EECF244321}">
                <p14:modId xmlns:p14="http://schemas.microsoft.com/office/powerpoint/2010/main" val="2986914020"/>
              </p:ext>
            </p:extLst>
          </p:nvPr>
        </p:nvGraphicFramePr>
        <p:xfrm>
          <a:off x="1451579" y="2015732"/>
          <a:ext cx="4325113" cy="40741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74011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8B17D6BD-FE6C-3789-D25B-653E84F32028}"/>
              </a:ext>
            </a:extLst>
          </p:cNvPr>
          <p:cNvGraphicFramePr/>
          <p:nvPr>
            <p:extLst>
              <p:ext uri="{D42A27DB-BD31-4B8C-83A1-F6EECF244321}">
                <p14:modId xmlns:p14="http://schemas.microsoft.com/office/powerpoint/2010/main" val="3928792459"/>
              </p:ext>
            </p:extLst>
          </p:nvPr>
        </p:nvGraphicFramePr>
        <p:xfrm>
          <a:off x="1451579" y="483907"/>
          <a:ext cx="4281007" cy="12489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Date Placeholder 1">
            <a:extLst>
              <a:ext uri="{FF2B5EF4-FFF2-40B4-BE49-F238E27FC236}">
                <a16:creationId xmlns:a16="http://schemas.microsoft.com/office/drawing/2014/main" id="{A5FEF828-77F5-4089-A75E-6F4113556F71}"/>
              </a:ext>
            </a:extLst>
          </p:cNvPr>
          <p:cNvSpPr>
            <a:spLocks noGrp="1"/>
          </p:cNvSpPr>
          <p:nvPr>
            <p:ph type="dt" sz="half" idx="10"/>
          </p:nvPr>
        </p:nvSpPr>
        <p:spPr/>
        <p:txBody>
          <a:bodyPr/>
          <a:lstStyle/>
          <a:p>
            <a:r>
              <a:rPr lang="en-US"/>
              <a:t>2/1/20XX</a:t>
            </a:r>
            <a:endParaRPr lang="en-US" dirty="0"/>
          </a:p>
        </p:txBody>
      </p:sp>
      <p:sp>
        <p:nvSpPr>
          <p:cNvPr id="3" name="Footer Placeholder 2">
            <a:extLst>
              <a:ext uri="{FF2B5EF4-FFF2-40B4-BE49-F238E27FC236}">
                <a16:creationId xmlns:a16="http://schemas.microsoft.com/office/drawing/2014/main" id="{0B299D30-316D-4AFC-82B4-C9B0C385F438}"/>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1763C127-A8DA-4EC3-801E-732A899AC82B}"/>
              </a:ext>
            </a:extLst>
          </p:cNvPr>
          <p:cNvSpPr>
            <a:spLocks noGrp="1"/>
          </p:cNvSpPr>
          <p:nvPr>
            <p:ph type="sldNum" sz="quarter" idx="12"/>
          </p:nvPr>
        </p:nvSpPr>
        <p:spPr/>
        <p:txBody>
          <a:bodyPr/>
          <a:lstStyle/>
          <a:p>
            <a:r>
              <a:rPr lang="en-US" dirty="0"/>
              <a:t>4</a:t>
            </a:r>
          </a:p>
        </p:txBody>
      </p:sp>
      <p:graphicFrame>
        <p:nvGraphicFramePr>
          <p:cNvPr id="10" name="Content Placeholder 9">
            <a:extLst>
              <a:ext uri="{FF2B5EF4-FFF2-40B4-BE49-F238E27FC236}">
                <a16:creationId xmlns:a16="http://schemas.microsoft.com/office/drawing/2014/main" id="{AB622B53-F007-444A-F73F-4966057F4DB3}"/>
              </a:ext>
            </a:extLst>
          </p:cNvPr>
          <p:cNvGraphicFramePr>
            <a:graphicFrameLocks noGrp="1"/>
          </p:cNvGraphicFramePr>
          <p:nvPr>
            <p:ph idx="1"/>
            <p:extLst>
              <p:ext uri="{D42A27DB-BD31-4B8C-83A1-F6EECF244321}">
                <p14:modId xmlns:p14="http://schemas.microsoft.com/office/powerpoint/2010/main" val="2265691902"/>
              </p:ext>
            </p:extLst>
          </p:nvPr>
        </p:nvGraphicFramePr>
        <p:xfrm>
          <a:off x="317918" y="2084564"/>
          <a:ext cx="4103079" cy="309489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12" name="Picture 11">
            <a:extLst>
              <a:ext uri="{FF2B5EF4-FFF2-40B4-BE49-F238E27FC236}">
                <a16:creationId xmlns:a16="http://schemas.microsoft.com/office/drawing/2014/main" id="{DE27EBC1-DD72-35C4-7D5D-2214FFE528BF}"/>
              </a:ext>
            </a:extLst>
          </p:cNvPr>
          <p:cNvPicPr>
            <a:picLocks noChangeAspect="1"/>
          </p:cNvPicPr>
          <p:nvPr/>
        </p:nvPicPr>
        <p:blipFill>
          <a:blip r:embed="rId12"/>
          <a:stretch>
            <a:fillRect/>
          </a:stretch>
        </p:blipFill>
        <p:spPr>
          <a:xfrm>
            <a:off x="5134708" y="1885509"/>
            <a:ext cx="6096000" cy="3670024"/>
          </a:xfrm>
          <a:prstGeom prst="rect">
            <a:avLst/>
          </a:prstGeom>
        </p:spPr>
      </p:pic>
    </p:spTree>
    <p:extLst>
      <p:ext uri="{BB962C8B-B14F-4D97-AF65-F5344CB8AC3E}">
        <p14:creationId xmlns:p14="http://schemas.microsoft.com/office/powerpoint/2010/main" val="947216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7124D3B-1715-4E5A-BB52-98DE8D5595ED}"/>
              </a:ext>
            </a:extLst>
          </p:cNvPr>
          <p:cNvSpPr>
            <a:spLocks noGrp="1"/>
          </p:cNvSpPr>
          <p:nvPr>
            <p:ph type="title"/>
          </p:nvPr>
        </p:nvSpPr>
        <p:spPr/>
        <p:txBody>
          <a:bodyPr/>
          <a:lstStyle/>
          <a:p>
            <a:r>
              <a:rPr lang="en-US" dirty="0"/>
              <a:t>Thank You</a:t>
            </a:r>
          </a:p>
        </p:txBody>
      </p:sp>
      <p:pic>
        <p:nvPicPr>
          <p:cNvPr id="9" name="Picture Placeholder 8" descr="Coffee on a wooden table with water ">
            <a:extLst>
              <a:ext uri="{FF2B5EF4-FFF2-40B4-BE49-F238E27FC236}">
                <a16:creationId xmlns:a16="http://schemas.microsoft.com/office/drawing/2014/main" id="{A6793210-E409-4229-B0C0-76710EC7F3B9}"/>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t="40" b="40"/>
          <a:stretch/>
        </p:blipFill>
        <p:spPr/>
      </p:pic>
      <p:sp>
        <p:nvSpPr>
          <p:cNvPr id="2" name="Date Placeholder 1">
            <a:extLst>
              <a:ext uri="{FF2B5EF4-FFF2-40B4-BE49-F238E27FC236}">
                <a16:creationId xmlns:a16="http://schemas.microsoft.com/office/drawing/2014/main" id="{5F2A427C-63C1-452D-A630-163993654707}"/>
              </a:ext>
            </a:extLst>
          </p:cNvPr>
          <p:cNvSpPr>
            <a:spLocks noGrp="1"/>
          </p:cNvSpPr>
          <p:nvPr>
            <p:ph type="dt" sz="half" idx="10"/>
          </p:nvPr>
        </p:nvSpPr>
        <p:spPr/>
        <p:txBody>
          <a:bodyPr/>
          <a:lstStyle/>
          <a:p>
            <a:endParaRPr lang="en-US" dirty="0"/>
          </a:p>
        </p:txBody>
      </p:sp>
      <p:sp>
        <p:nvSpPr>
          <p:cNvPr id="6" name="Content Placeholder 5">
            <a:extLst>
              <a:ext uri="{FF2B5EF4-FFF2-40B4-BE49-F238E27FC236}">
                <a16:creationId xmlns:a16="http://schemas.microsoft.com/office/drawing/2014/main" id="{BDA42D22-FDB3-4921-B13D-D49EFF7B1664}"/>
              </a:ext>
            </a:extLst>
          </p:cNvPr>
          <p:cNvSpPr>
            <a:spLocks noGrp="1"/>
          </p:cNvSpPr>
          <p:nvPr>
            <p:ph idx="1"/>
          </p:nvPr>
        </p:nvSpPr>
        <p:spPr/>
        <p:txBody>
          <a:bodyPr/>
          <a:lstStyle/>
          <a:p>
            <a:r>
              <a:rPr lang="en-US" dirty="0"/>
              <a:t>Belinda </a:t>
            </a:r>
          </a:p>
          <a:p>
            <a:r>
              <a:rPr lang="en-US" dirty="0"/>
              <a:t>madzhielinda@gmail.com</a:t>
            </a:r>
          </a:p>
          <a:p>
            <a:r>
              <a:rPr lang="en-US" dirty="0"/>
              <a:t>Visit </a:t>
            </a:r>
            <a:r>
              <a:rPr lang="en-US" dirty="0">
                <a:hlinkClick r:id="rId3"/>
              </a:rPr>
              <a:t>www.Brightcoffe</a:t>
            </a:r>
            <a:r>
              <a:rPr lang="en-US" dirty="0"/>
              <a:t>shop</a:t>
            </a:r>
          </a:p>
        </p:txBody>
      </p:sp>
      <p:sp>
        <p:nvSpPr>
          <p:cNvPr id="3" name="Footer Placeholder 2">
            <a:extLst>
              <a:ext uri="{FF2B5EF4-FFF2-40B4-BE49-F238E27FC236}">
                <a16:creationId xmlns:a16="http://schemas.microsoft.com/office/drawing/2014/main" id="{102B8226-9692-4F45-80E6-82C90904296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326AE42-5A86-4D0E-B9C7-17DFAE86EB44}"/>
              </a:ext>
            </a:extLst>
          </p:cNvPr>
          <p:cNvSpPr>
            <a:spLocks noGrp="1"/>
          </p:cNvSpPr>
          <p:nvPr>
            <p:ph type="sldNum" sz="quarter" idx="12"/>
          </p:nvPr>
        </p:nvSpPr>
        <p:spPr/>
        <p:txBody>
          <a:bodyPr/>
          <a:lstStyle/>
          <a:p>
            <a:r>
              <a:rPr lang="en-US" dirty="0"/>
              <a:t>6</a:t>
            </a:r>
          </a:p>
        </p:txBody>
      </p:sp>
      <p:sp>
        <p:nvSpPr>
          <p:cNvPr id="11" name="Freeform: Shape 10">
            <a:extLst>
              <a:ext uri="{FF2B5EF4-FFF2-40B4-BE49-F238E27FC236}">
                <a16:creationId xmlns:a16="http://schemas.microsoft.com/office/drawing/2014/main" id="{BE4F2156-6613-4004-9B59-5568A455A244}"/>
              </a:ext>
              <a:ext uri="{C183D7F6-B498-43B3-948B-1728B52AA6E4}">
                <adec:decorative xmlns:adec="http://schemas.microsoft.com/office/drawing/2017/decorative" val="1"/>
              </a:ext>
            </a:extLst>
          </p:cNvPr>
          <p:cNvSpPr/>
          <p:nvPr/>
        </p:nvSpPr>
        <p:spPr>
          <a:xfrm rot="5400000" flipH="1">
            <a:off x="223838" y="538152"/>
            <a:ext cx="6095989" cy="654368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3462165073"/>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56FC496-221D-4D11-9DFD-2E47AEB2A1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609E108-931D-49EA-88D9-2D9B8E9016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9F7E09F-F817-4A99-A43E-1B7B2298E82F}">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Gallery</Template>
  <TotalTime>99</TotalTime>
  <Words>333</Words>
  <Application>Microsoft Office PowerPoint</Application>
  <PresentationFormat>Widescreen</PresentationFormat>
  <Paragraphs>42</Paragraphs>
  <Slides>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Avenir Next LT Pro Light</vt:lpstr>
      <vt:lpstr>Calibri</vt:lpstr>
      <vt:lpstr>Gill Sans MT</vt:lpstr>
      <vt:lpstr>Gallery</vt:lpstr>
      <vt:lpstr>PowerPoint Presentation</vt:lpstr>
      <vt:lpstr>AGENDA</vt:lpstr>
      <vt:lpstr>Product Analysis</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Bella M</dc:creator>
  <cp:lastModifiedBy>Bella M</cp:lastModifiedBy>
  <cp:revision>2</cp:revision>
  <dcterms:created xsi:type="dcterms:W3CDTF">2026-03-30T13:57:36Z</dcterms:created>
  <dcterms:modified xsi:type="dcterms:W3CDTF">2026-03-30T15:37:13Z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